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  <p:sldMasterId id="2147483766" r:id="rId2"/>
    <p:sldMasterId id="2147483819" r:id="rId3"/>
  </p:sldMasterIdLst>
  <p:notesMasterIdLst>
    <p:notesMasterId r:id="rId6"/>
  </p:notesMasterIdLst>
  <p:sldIdLst>
    <p:sldId id="257" r:id="rId4"/>
    <p:sldId id="256" r:id="rId5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pos="14597" userDrawn="1">
          <p15:clr>
            <a:srgbClr val="A4A3A4"/>
          </p15:clr>
        </p15:guide>
        <p15:guide id="5" orient="horz" pos="442" userDrawn="1">
          <p15:clr>
            <a:srgbClr val="A4A3A4"/>
          </p15:clr>
        </p15:guide>
        <p15:guide id="6" orient="horz" pos="8244" userDrawn="1">
          <p15:clr>
            <a:srgbClr val="A4A3A4"/>
          </p15:clr>
        </p15:guide>
        <p15:guide id="7" orient="horz" pos="963" userDrawn="1">
          <p15:clr>
            <a:srgbClr val="A4A3A4"/>
          </p15:clr>
        </p15:guide>
        <p15:guide id="8" orient="horz" pos="76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00"/>
    <a:srgbClr val="404044"/>
    <a:srgbClr val="FF5577"/>
    <a:srgbClr val="00C8C8"/>
    <a:srgbClr val="7899DF"/>
    <a:srgbClr val="7F8087"/>
    <a:srgbClr val="000000"/>
    <a:srgbClr val="0000A9"/>
    <a:srgbClr val="FFCB02"/>
    <a:srgbClr val="CCC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898"/>
  </p:normalViewPr>
  <p:slideViewPr>
    <p:cSldViewPr snapToGrid="0" snapToObjects="1">
      <p:cViewPr>
        <p:scale>
          <a:sx n="50" d="100"/>
          <a:sy n="50" d="100"/>
        </p:scale>
        <p:origin x="-668" y="-300"/>
      </p:cViewPr>
      <p:guideLst>
        <p:guide orient="horz" pos="4297"/>
        <p:guide pos="7680"/>
        <p:guide pos="717"/>
        <p:guide pos="14597"/>
        <p:guide orient="horz" pos="442"/>
        <p:guide orient="horz" pos="8244"/>
        <p:guide orient="horz" pos="963"/>
        <p:guide orient="horz" pos="76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9" d="100"/>
          <a:sy n="109" d="100"/>
        </p:scale>
        <p:origin x="423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城谷 匠" userId="afbae57c-d4ca-4e58-bc9a-6f765e208d89" providerId="ADAL" clId="{FD963559-32B2-43B7-8F97-A1E47AC731FA}"/>
    <pc:docChg chg="undo custSel modSld delMainMaster">
      <pc:chgData name="城谷 匠" userId="afbae57c-d4ca-4e58-bc9a-6f765e208d89" providerId="ADAL" clId="{FD963559-32B2-43B7-8F97-A1E47AC731FA}" dt="2026-10-05T06:23:07.830" v="54" actId="1076"/>
      <pc:docMkLst>
        <pc:docMk/>
      </pc:docMkLst>
      <pc:sldChg chg="addSp delSp modSp mod">
        <pc:chgData name="城谷 匠" userId="afbae57c-d4ca-4e58-bc9a-6f765e208d89" providerId="ADAL" clId="{FD963559-32B2-43B7-8F97-A1E47AC731FA}" dt="2026-10-05T06:23:07.830" v="54" actId="1076"/>
        <pc:sldMkLst>
          <pc:docMk/>
          <pc:sldMk cId="1156372304" sldId="256"/>
        </pc:sldMkLst>
        <pc:spChg chg="del mod topLvl">
          <ac:chgData name="城谷 匠" userId="afbae57c-d4ca-4e58-bc9a-6f765e208d89" providerId="ADAL" clId="{FD963559-32B2-43B7-8F97-A1E47AC731FA}" dt="2026-10-05T06:19:24.975" v="16" actId="478"/>
          <ac:spMkLst>
            <pc:docMk/>
            <pc:sldMk cId="1156372304" sldId="256"/>
            <ac:spMk id="17" creationId="{2E87E127-501D-495F-6FC0-34B4F7E95A68}"/>
          </ac:spMkLst>
        </pc:spChg>
        <pc:spChg chg="mod">
          <ac:chgData name="城谷 匠" userId="afbae57c-d4ca-4e58-bc9a-6f765e208d89" providerId="ADAL" clId="{FD963559-32B2-43B7-8F97-A1E47AC731FA}" dt="2026-10-05T06:22:03.131" v="44" actId="1076"/>
          <ac:spMkLst>
            <pc:docMk/>
            <pc:sldMk cId="1156372304" sldId="256"/>
            <ac:spMk id="18" creationId="{08AD9044-79AA-2BF3-A59C-139D0BB2000A}"/>
          </ac:spMkLst>
        </pc:spChg>
        <pc:spChg chg="del">
          <ac:chgData name="城谷 匠" userId="afbae57c-d4ca-4e58-bc9a-6f765e208d89" providerId="ADAL" clId="{FD963559-32B2-43B7-8F97-A1E47AC731FA}" dt="2026-10-05T06:19:54.210" v="25" actId="478"/>
          <ac:spMkLst>
            <pc:docMk/>
            <pc:sldMk cId="1156372304" sldId="256"/>
            <ac:spMk id="20" creationId="{F04A8B08-D24B-99DB-FEEB-E5098440177B}"/>
          </ac:spMkLst>
        </pc:spChg>
        <pc:spChg chg="del">
          <ac:chgData name="城谷 匠" userId="afbae57c-d4ca-4e58-bc9a-6f765e208d89" providerId="ADAL" clId="{FD963559-32B2-43B7-8F97-A1E47AC731FA}" dt="2026-10-05T06:19:56.005" v="26" actId="478"/>
          <ac:spMkLst>
            <pc:docMk/>
            <pc:sldMk cId="1156372304" sldId="256"/>
            <ac:spMk id="21" creationId="{4BDE2633-1D8E-EEA2-C61D-06E780C19E46}"/>
          </ac:spMkLst>
        </pc:spChg>
        <pc:spChg chg="mod">
          <ac:chgData name="城谷 匠" userId="afbae57c-d4ca-4e58-bc9a-6f765e208d89" providerId="ADAL" clId="{FD963559-32B2-43B7-8F97-A1E47AC731FA}" dt="2026-10-05T06:21:36.004" v="38" actId="1076"/>
          <ac:spMkLst>
            <pc:docMk/>
            <pc:sldMk cId="1156372304" sldId="256"/>
            <ac:spMk id="22" creationId="{5122F321-7C0D-8ED7-4C52-DBDFCA3C5BC0}"/>
          </ac:spMkLst>
        </pc:spChg>
        <pc:spChg chg="mod">
          <ac:chgData name="城谷 匠" userId="afbae57c-d4ca-4e58-bc9a-6f765e208d89" providerId="ADAL" clId="{FD963559-32B2-43B7-8F97-A1E47AC731FA}" dt="2026-10-05T06:21:30.221" v="37" actId="1076"/>
          <ac:spMkLst>
            <pc:docMk/>
            <pc:sldMk cId="1156372304" sldId="256"/>
            <ac:spMk id="23" creationId="{E0FAB9D4-8F6A-64C2-8D67-9132DA54ED87}"/>
          </ac:spMkLst>
        </pc:spChg>
        <pc:picChg chg="del">
          <ac:chgData name="城谷 匠" userId="afbae57c-d4ca-4e58-bc9a-6f765e208d89" providerId="ADAL" clId="{FD963559-32B2-43B7-8F97-A1E47AC731FA}" dt="2026-10-05T06:19:47.326" v="22" actId="478"/>
          <ac:picMkLst>
            <pc:docMk/>
            <pc:sldMk cId="1156372304" sldId="256"/>
            <ac:picMk id="5" creationId="{B3880868-382E-4AC9-32F7-F28691D35BEA}"/>
          </ac:picMkLst>
        </pc:picChg>
        <pc:picChg chg="mod">
          <ac:chgData name="城谷 匠" userId="afbae57c-d4ca-4e58-bc9a-6f765e208d89" providerId="ADAL" clId="{FD963559-32B2-43B7-8F97-A1E47AC731FA}" dt="2026-10-05T06:20:07.473" v="29" actId="1076"/>
          <ac:picMkLst>
            <pc:docMk/>
            <pc:sldMk cId="1156372304" sldId="256"/>
            <ac:picMk id="6" creationId="{97A09EAD-F0F0-5E7F-5DF7-7BA0A63C6513}"/>
          </ac:picMkLst>
        </pc:picChg>
        <pc:picChg chg="mod">
          <ac:chgData name="城谷 匠" userId="afbae57c-d4ca-4e58-bc9a-6f765e208d89" providerId="ADAL" clId="{FD963559-32B2-43B7-8F97-A1E47AC731FA}" dt="2026-10-05T06:21:20.478" v="36" actId="1076"/>
          <ac:picMkLst>
            <pc:docMk/>
            <pc:sldMk cId="1156372304" sldId="256"/>
            <ac:picMk id="7" creationId="{7DC96729-01FD-BCD1-73B7-1C1CC2007A08}"/>
          </ac:picMkLst>
        </pc:picChg>
        <pc:picChg chg="del mod topLvl">
          <ac:chgData name="城谷 匠" userId="afbae57c-d4ca-4e58-bc9a-6f765e208d89" providerId="ADAL" clId="{FD963559-32B2-43B7-8F97-A1E47AC731FA}" dt="2026-10-05T06:19:24.975" v="16" actId="478"/>
          <ac:picMkLst>
            <pc:docMk/>
            <pc:sldMk cId="1156372304" sldId="256"/>
            <ac:picMk id="8" creationId="{E522FE0C-DF3D-F075-D0D5-84352E243FA7}"/>
          </ac:picMkLst>
        </pc:picChg>
        <pc:picChg chg="del">
          <ac:chgData name="城谷 匠" userId="afbae57c-d4ca-4e58-bc9a-6f765e208d89" providerId="ADAL" clId="{FD963559-32B2-43B7-8F97-A1E47AC731FA}" dt="2026-10-05T06:19:33.049" v="18" actId="478"/>
          <ac:picMkLst>
            <pc:docMk/>
            <pc:sldMk cId="1156372304" sldId="256"/>
            <ac:picMk id="9" creationId="{A940BD57-6C7C-5A30-87EB-EE85A1DBB8C0}"/>
          </ac:picMkLst>
        </pc:picChg>
        <pc:picChg chg="del">
          <ac:chgData name="城谷 匠" userId="afbae57c-d4ca-4e58-bc9a-6f765e208d89" providerId="ADAL" clId="{FD963559-32B2-43B7-8F97-A1E47AC731FA}" dt="2026-10-05T06:19:54.210" v="25" actId="478"/>
          <ac:picMkLst>
            <pc:docMk/>
            <pc:sldMk cId="1156372304" sldId="256"/>
            <ac:picMk id="11" creationId="{1C49E6CD-EF0B-AC43-5FA8-4EDA20221E18}"/>
          </ac:picMkLst>
        </pc:picChg>
        <pc:picChg chg="add del mod">
          <ac:chgData name="城谷 匠" userId="afbae57c-d4ca-4e58-bc9a-6f765e208d89" providerId="ADAL" clId="{FD963559-32B2-43B7-8F97-A1E47AC731FA}" dt="2026-10-05T06:21:51.171" v="42" actId="478"/>
          <ac:picMkLst>
            <pc:docMk/>
            <pc:sldMk cId="1156372304" sldId="256"/>
            <ac:picMk id="26" creationId="{63797AB4-E8A5-1C04-431D-5715E4560CE7}"/>
          </ac:picMkLst>
        </pc:picChg>
        <pc:picChg chg="add mod">
          <ac:chgData name="城谷 匠" userId="afbae57c-d4ca-4e58-bc9a-6f765e208d89" providerId="ADAL" clId="{FD963559-32B2-43B7-8F97-A1E47AC731FA}" dt="2026-10-05T06:23:07.830" v="54" actId="1076"/>
          <ac:picMkLst>
            <pc:docMk/>
            <pc:sldMk cId="1156372304" sldId="256"/>
            <ac:picMk id="40" creationId="{53108FBA-FC4B-7EBA-BD31-16AEFDC0B322}"/>
          </ac:picMkLst>
        </pc:picChg>
        <pc:cxnChg chg="del mod">
          <ac:chgData name="城谷 匠" userId="afbae57c-d4ca-4e58-bc9a-6f765e208d89" providerId="ADAL" clId="{FD963559-32B2-43B7-8F97-A1E47AC731FA}" dt="2026-10-05T06:19:59.024" v="27" actId="478"/>
          <ac:cxnSpMkLst>
            <pc:docMk/>
            <pc:sldMk cId="1156372304" sldId="256"/>
            <ac:cxnSpMk id="10" creationId="{51A3008E-6A9F-5086-F63A-863795834288}"/>
          </ac:cxnSpMkLst>
        </pc:cxnChg>
        <pc:cxnChg chg="mod">
          <ac:chgData name="城谷 匠" userId="afbae57c-d4ca-4e58-bc9a-6f765e208d89" providerId="ADAL" clId="{FD963559-32B2-43B7-8F97-A1E47AC731FA}" dt="2026-10-05T06:23:07.830" v="54" actId="1076"/>
          <ac:cxnSpMkLst>
            <pc:docMk/>
            <pc:sldMk cId="1156372304" sldId="256"/>
            <ac:cxnSpMk id="13" creationId="{6CBCA35B-ABCD-BD02-C107-38A51324CDBD}"/>
          </ac:cxnSpMkLst>
        </pc:cxnChg>
        <pc:cxnChg chg="del mod">
          <ac:chgData name="城谷 匠" userId="afbae57c-d4ca-4e58-bc9a-6f765e208d89" providerId="ADAL" clId="{FD963559-32B2-43B7-8F97-A1E47AC731FA}" dt="2026-10-05T06:21:54.365" v="43" actId="478"/>
          <ac:cxnSpMkLst>
            <pc:docMk/>
            <pc:sldMk cId="1156372304" sldId="256"/>
            <ac:cxnSpMk id="14" creationId="{5665F72F-0E9C-93A9-29FB-1BC3EF398E73}"/>
          </ac:cxnSpMkLst>
        </pc:cxnChg>
        <pc:cxnChg chg="del mod">
          <ac:chgData name="城谷 匠" userId="afbae57c-d4ca-4e58-bc9a-6f765e208d89" providerId="ADAL" clId="{FD963559-32B2-43B7-8F97-A1E47AC731FA}" dt="2026-10-05T06:19:26.733" v="17" actId="478"/>
          <ac:cxnSpMkLst>
            <pc:docMk/>
            <pc:sldMk cId="1156372304" sldId="256"/>
            <ac:cxnSpMk id="15" creationId="{C5B81EFA-4947-66CF-F891-8299F25410FA}"/>
          </ac:cxnSpMkLst>
        </pc:cxnChg>
        <pc:cxnChg chg="mod">
          <ac:chgData name="城谷 匠" userId="afbae57c-d4ca-4e58-bc9a-6f765e208d89" providerId="ADAL" clId="{FD963559-32B2-43B7-8F97-A1E47AC731FA}" dt="2026-10-05T06:23:07.830" v="54" actId="1076"/>
          <ac:cxnSpMkLst>
            <pc:docMk/>
            <pc:sldMk cId="1156372304" sldId="256"/>
            <ac:cxnSpMk id="16" creationId="{9A7801F3-E0BF-F538-5DE4-F6D6A9CBE102}"/>
          </ac:cxnSpMkLst>
        </pc:cxnChg>
        <pc:cxnChg chg="mod">
          <ac:chgData name="城谷 匠" userId="afbae57c-d4ca-4e58-bc9a-6f765e208d89" providerId="ADAL" clId="{FD963559-32B2-43B7-8F97-A1E47AC731FA}" dt="2026-10-05T06:19:47.326" v="22" actId="478"/>
          <ac:cxnSpMkLst>
            <pc:docMk/>
            <pc:sldMk cId="1156372304" sldId="256"/>
            <ac:cxnSpMk id="19" creationId="{BEA994B3-D82B-D8D6-55F0-9174BB4C50E6}"/>
          </ac:cxnSpMkLst>
        </pc:cxnChg>
        <pc:cxnChg chg="mod">
          <ac:chgData name="城谷 匠" userId="afbae57c-d4ca-4e58-bc9a-6f765e208d89" providerId="ADAL" clId="{FD963559-32B2-43B7-8F97-A1E47AC731FA}" dt="2026-10-05T06:21:46.902" v="41" actId="14100"/>
          <ac:cxnSpMkLst>
            <pc:docMk/>
            <pc:sldMk cId="1156372304" sldId="256"/>
            <ac:cxnSpMk id="24" creationId="{BEF72F5E-CE1A-9E0E-3601-3311B5F1A2B8}"/>
          </ac:cxnSpMkLst>
        </pc:cxnChg>
        <pc:cxnChg chg="del mod">
          <ac:chgData name="城谷 匠" userId="afbae57c-d4ca-4e58-bc9a-6f765e208d89" providerId="ADAL" clId="{FD963559-32B2-43B7-8F97-A1E47AC731FA}" dt="2026-10-05T06:19:54.210" v="25" actId="478"/>
          <ac:cxnSpMkLst>
            <pc:docMk/>
            <pc:sldMk cId="1156372304" sldId="256"/>
            <ac:cxnSpMk id="25" creationId="{EB44ECEB-367D-086D-8E15-97D80659D6AB}"/>
          </ac:cxnSpMkLst>
        </pc:cxnChg>
        <pc:cxnChg chg="del mod">
          <ac:chgData name="城谷 匠" userId="afbae57c-d4ca-4e58-bc9a-6f765e208d89" providerId="ADAL" clId="{FD963559-32B2-43B7-8F97-A1E47AC731FA}" dt="2026-10-05T06:20:19.568" v="31" actId="478"/>
          <ac:cxnSpMkLst>
            <pc:docMk/>
            <pc:sldMk cId="1156372304" sldId="256"/>
            <ac:cxnSpMk id="27" creationId="{16338569-8FAB-7CA5-AE13-4256CAF8AB4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68C42-B005-8F46-81B0-B2663E397375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1C85-7D96-A04F-A516-320C399CA4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1B0DBB-64DB-49AB-A64F-CD8EDA8CF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2919" y="11462517"/>
            <a:ext cx="4136571" cy="723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C7629F-38E2-4BBB-9E40-7AEF8029D47E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0AA0F90E-F4A4-5743-911E-2FD5F6BA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rgbClr val="7E7E86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36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7D7754F4-074B-534F-82F6-D92F50249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6271134"/>
            <a:ext cx="21963063" cy="591610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75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DE8028-7CDB-8140-BA74-AF2C01D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6" y="1528763"/>
            <a:ext cx="21963062" cy="4049077"/>
          </a:xfrm>
        </p:spPr>
        <p:txBody>
          <a:bodyPr anchor="b" anchorCtr="0">
            <a:normAutofit/>
          </a:bodyPr>
          <a:lstStyle>
            <a:lvl1pPr>
              <a:defRPr sz="1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>
                <a:solidFill>
                  <a:srgbClr val="7E7E86"/>
                </a:solidFill>
                <a:ea typeface="Haru TP R" panose="020B0500040000000000" pitchFamily="34" charset="-128"/>
              </a:rPr>
              <a:t>マスター タイトルの書式設定</a:t>
            </a:r>
            <a:endParaRPr kumimoji="1" lang="ja-JP" altLang="en-US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FF499CC-70EC-BC44-A245-FD20CFD291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F13AF-30BD-472C-BC86-6D5A8A4E4526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AA560FC-963E-274B-8463-4497BADE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5029200"/>
            <a:ext cx="21963063" cy="7158038"/>
          </a:xfrm>
        </p:spPr>
        <p:txBody>
          <a:bodyPr anchor="t" anchorCtr="0">
            <a:noAutofit/>
          </a:bodyPr>
          <a:lstStyle>
            <a:lvl1pPr marL="0" indent="0">
              <a:buNone/>
              <a:defRPr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60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41883F2-2986-1440-83C5-8D8FF7B19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F6BF6B9-6F1F-483B-B7E9-45CC798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1385887"/>
            <a:ext cx="21955938" cy="3095625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21F14-6942-47BE-B5D9-E7959C3AA45F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5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3" userDrawn="1">
          <p15:clr>
            <a:srgbClr val="FBAE40"/>
          </p15:clr>
        </p15:guide>
        <p15:guide id="2" pos="23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7" name="グラフ プレースホルダー 6">
            <a:extLst>
              <a:ext uri="{FF2B5EF4-FFF2-40B4-BE49-F238E27FC236}">
                <a16:creationId xmlns:a16="http://schemas.microsoft.com/office/drawing/2014/main" id="{21CAC4D3-0CF3-FA43-BCCA-F6ED48EB514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16801" y="2160444"/>
            <a:ext cx="10514806" cy="98648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10514013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67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 userDrawn="1">
          <p15:clr>
            <a:srgbClr val="FBAE40"/>
          </p15:clr>
        </p15:guide>
        <p15:guide id="2" pos="7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21948019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4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画像（全面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82B3F3BA-63FF-6048-BC9B-3C1ED4BBCF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2412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D8CB3D-D6A8-394B-B81F-4D8470C51F2B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chemeClr val="bg1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4B17F8A1-2466-7247-A0F3-C4FA18261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E7010C-EC2B-4045-A2D1-CFE557EF81AB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3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0413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>
            <a:norm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DED08-B1A3-42CA-8A01-157959BFE5DD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377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06345" y="0"/>
            <a:ext cx="15177599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3A5B875-DBDA-E34B-AD4D-5EA9706573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4117765"/>
            <a:ext cx="21955938" cy="1528855"/>
          </a:xfrm>
        </p:spPr>
        <p:txBody>
          <a:bodyPr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D06306D-F173-EC42-991E-1131CA0C84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8000"/>
            <a:ext cx="21956713" cy="5029200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54601-B2C2-4127-9682-5CDFC16243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62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下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3">
            <a:extLst>
              <a:ext uri="{FF2B5EF4-FFF2-40B4-BE49-F238E27FC236}">
                <a16:creationId xmlns:a16="http://schemas.microsoft.com/office/drawing/2014/main" id="{446C969A-DE70-0744-8D0C-FA1C4F5D5F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31" y="9144000"/>
            <a:ext cx="24383944" cy="4572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7796D4B-003D-AF41-B0B5-0BFEBACAD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684001"/>
            <a:ext cx="21955938" cy="4962620"/>
          </a:xfrm>
        </p:spPr>
        <p:txBody>
          <a:bodyPr anchor="b"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11F3BC-3B20-1849-9365-B686355C1B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7999"/>
            <a:ext cx="21956713" cy="4962619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421F29-D621-4D60-BD24-37B3512ADE62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83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242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45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7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63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067E9A2-3096-7642-8912-B0F8CBD79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5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75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8605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77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0580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95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EC25E7D-E1F0-C34E-A142-0614AA333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41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29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18D69C22-D09C-4C49-8D1D-97250173694B}" type="datetimeFigureOut">
              <a:rPr kumimoji="1" lang="ja-JP" altLang="en-US" smtClean="0"/>
              <a:pPr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33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4" r:id="rId2"/>
    <p:sldLayoutId id="2147483757" r:id="rId3"/>
    <p:sldLayoutId id="2147483763" r:id="rId4"/>
    <p:sldLayoutId id="2147483853" r:id="rId5"/>
    <p:sldLayoutId id="2147483829" r:id="rId6"/>
    <p:sldLayoutId id="2147483825" r:id="rId7"/>
    <p:sldLayoutId id="2147483826" r:id="rId8"/>
    <p:sldLayoutId id="2147483827" r:id="rId9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75DB7-AF87-4120-8D0B-B2D3EB88CDF5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5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4" r:id="rId2"/>
    <p:sldLayoutId id="2147483777" r:id="rId3"/>
    <p:sldLayoutId id="2147483828" r:id="rId4"/>
    <p:sldLayoutId id="2147483830" r:id="rId5"/>
    <p:sldLayoutId id="2147483788" r:id="rId6"/>
    <p:sldLayoutId id="2147483831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0E76B-A019-4312-80F2-2D372D6D1CA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9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50" r:id="rId4"/>
    <p:sldLayoutId id="2147483851" r:id="rId5"/>
    <p:sldLayoutId id="2147483823" r:id="rId6"/>
    <p:sldLayoutId id="2147483852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A23A21B-CB13-AD57-6FF0-0F8D6D15B5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ja-JP" altLang="ja-JP" b="1" dirty="0"/>
              <a:t>画像管理支援システム</a:t>
            </a:r>
          </a:p>
        </p:txBody>
      </p:sp>
    </p:spTree>
    <p:extLst>
      <p:ext uri="{BB962C8B-B14F-4D97-AF65-F5344CB8AC3E}">
        <p14:creationId xmlns:p14="http://schemas.microsoft.com/office/powerpoint/2010/main" val="290773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98A1C5E-3717-0515-DF07-D7EC07E36E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構成図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DF8FB-FAD8-84C9-00FA-810DF8FB3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97A09EAD-F0F0-5E7F-5DF7-7BA0A63C6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974" y="7403017"/>
            <a:ext cx="1440000" cy="1440000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7DC96729-01FD-BCD1-73B7-1C1CC2007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72529" y="7403018"/>
            <a:ext cx="1440000" cy="1440000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74D7D497-DB02-09C1-824E-33957D2BC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9881" y="4536885"/>
            <a:ext cx="1440000" cy="1440000"/>
          </a:xfrm>
          <a:prstGeom prst="rect">
            <a:avLst/>
          </a:prstGeom>
        </p:spPr>
      </p:pic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6CBCA35B-ABCD-BD02-C107-38A51324CDBD}"/>
              </a:ext>
            </a:extLst>
          </p:cNvPr>
          <p:cNvCxnSpPr>
            <a:cxnSpLocks/>
            <a:stCxn id="6" idx="1"/>
            <a:endCxn id="40" idx="3"/>
          </p:cNvCxnSpPr>
          <p:nvPr/>
        </p:nvCxnSpPr>
        <p:spPr>
          <a:xfrm rot="10800000">
            <a:off x="9308978" y="5256885"/>
            <a:ext cx="2159996" cy="2866132"/>
          </a:xfrm>
          <a:prstGeom prst="bentConnector3">
            <a:avLst>
              <a:gd name="adj1" fmla="val 50000"/>
            </a:avLst>
          </a:prstGeom>
          <a:ln w="76200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A7801F3-E0BF-F538-5DE4-F6D6A9CBE102}"/>
              </a:ext>
            </a:extLst>
          </p:cNvPr>
          <p:cNvCxnSpPr>
            <a:cxnSpLocks/>
            <a:stCxn id="12" idx="1"/>
            <a:endCxn id="40" idx="3"/>
          </p:cNvCxnSpPr>
          <p:nvPr/>
        </p:nvCxnSpPr>
        <p:spPr>
          <a:xfrm flipH="1">
            <a:off x="9308978" y="5256885"/>
            <a:ext cx="2160903" cy="0"/>
          </a:xfrm>
          <a:prstGeom prst="straightConnector1">
            <a:avLst/>
          </a:prstGeom>
          <a:ln w="76200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8AD9044-79AA-2BF3-A59C-139D0BB2000A}"/>
              </a:ext>
            </a:extLst>
          </p:cNvPr>
          <p:cNvSpPr txBox="1"/>
          <p:nvPr/>
        </p:nvSpPr>
        <p:spPr>
          <a:xfrm>
            <a:off x="11109881" y="3870621"/>
            <a:ext cx="2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オブジェクト</a:t>
            </a:r>
            <a:br>
              <a:rPr kumimoji="1" lang="en-US" altLang="ja-JP" dirty="0"/>
            </a:br>
            <a:r>
              <a:rPr kumimoji="1" lang="ja-JP" altLang="en-US" dirty="0"/>
              <a:t>ストレージ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EA994B3-D82B-D8D6-55F0-9174BB4C50E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2189881" y="5976885"/>
            <a:ext cx="0" cy="1406198"/>
          </a:xfrm>
          <a:prstGeom prst="straightConnector1">
            <a:avLst/>
          </a:prstGeom>
          <a:ln w="76200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122F321-7C0D-8ED7-4C52-DBDFCA3C5BC0}"/>
              </a:ext>
            </a:extLst>
          </p:cNvPr>
          <p:cNvSpPr txBox="1"/>
          <p:nvPr/>
        </p:nvSpPr>
        <p:spPr>
          <a:xfrm>
            <a:off x="14712529" y="8889183"/>
            <a:ext cx="2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コンテナ</a:t>
            </a:r>
            <a:br>
              <a:rPr kumimoji="1" lang="en-US" altLang="ja-JP" dirty="0"/>
            </a:br>
            <a:r>
              <a:rPr kumimoji="1" lang="ja-JP" altLang="en-US" dirty="0"/>
              <a:t>レジストリ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0FAB9D4-8F6A-64C2-8D67-9132DA54ED87}"/>
              </a:ext>
            </a:extLst>
          </p:cNvPr>
          <p:cNvSpPr txBox="1"/>
          <p:nvPr/>
        </p:nvSpPr>
        <p:spPr>
          <a:xfrm>
            <a:off x="11108974" y="8843017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高火力 </a:t>
            </a:r>
            <a:r>
              <a:rPr kumimoji="1" lang="en-US" altLang="ja-JP" dirty="0"/>
              <a:t>DOK</a:t>
            </a:r>
            <a:endParaRPr kumimoji="1" lang="ja-JP" altLang="en-US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EF72F5E-CE1A-9E0E-3601-3311B5F1A2B8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 flipV="1">
            <a:off x="12908974" y="8123017"/>
            <a:ext cx="2163555" cy="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グラフィックス 39">
            <a:extLst>
              <a:ext uri="{FF2B5EF4-FFF2-40B4-BE49-F238E27FC236}">
                <a16:creationId xmlns:a16="http://schemas.microsoft.com/office/drawing/2014/main" id="{53108FBA-FC4B-7EBA-BD31-16AEFDC0B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8978" y="4536885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72304"/>
      </p:ext>
    </p:extLst>
  </p:cSld>
  <p:clrMapOvr>
    <a:masterClrMapping/>
  </p:clrMapOvr>
</p:sld>
</file>

<file path=ppt/theme/theme1.xml><?xml version="1.0" encoding="utf-8"?>
<a:theme xmlns:a="http://schemas.openxmlformats.org/drawingml/2006/main" name="基本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B303FDB0-1878-4EE4-B59B-F6C3E1E7D1FA}"/>
    </a:ext>
  </a:extLst>
</a:theme>
</file>

<file path=ppt/theme/theme2.xml><?xml version="1.0" encoding="utf-8"?>
<a:theme xmlns:a="http://schemas.openxmlformats.org/drawingml/2006/main" name="セクショニング(SAKURA Pin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3E03A7F-CE58-40DC-BD8C-2E83A42748A8}"/>
    </a:ext>
  </a:extLst>
</a:theme>
</file>

<file path=ppt/theme/theme3.xml><?xml version="1.0" encoding="utf-8"?>
<a:theme xmlns:a="http://schemas.openxmlformats.org/drawingml/2006/main" name="セクショニング(SAKURA Gray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FA81F2E-A000-432C-BF2A-52CADB5C7843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b7b586b-de2c-41a0-848b-05091d810ec2}" enabled="0" method="" siteId="{2b7b586b-de2c-41a0-848b-05091d810e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DesignTemplate_2020(4-3)(16-9)</Template>
  <TotalTime>7</TotalTime>
  <Words>13</Words>
  <Application>Microsoft Office PowerPoint</Application>
  <PresentationFormat>ユーザー設定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Haru TP B</vt:lpstr>
      <vt:lpstr>Haru TP M</vt:lpstr>
      <vt:lpstr>Haru TP R</vt:lpstr>
      <vt:lpstr>游ゴシック</vt:lpstr>
      <vt:lpstr>Arial</vt:lpstr>
      <vt:lpstr>基本</vt:lpstr>
      <vt:lpstr>セクショニング(SAKURA Pink)</vt:lpstr>
      <vt:lpstr>セクショニング(SAKURA Gray)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城谷 匠</dc:creator>
  <cp:lastModifiedBy>城谷 匠</cp:lastModifiedBy>
  <cp:revision>1</cp:revision>
  <dcterms:created xsi:type="dcterms:W3CDTF">2026-06-11T15:48:59Z</dcterms:created>
  <dcterms:modified xsi:type="dcterms:W3CDTF">2026-10-05T06:23:16Z</dcterms:modified>
</cp:coreProperties>
</file>