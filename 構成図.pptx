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35" r:id="rId1"/>
    <p:sldMasterId id="2147483766" r:id="rId2"/>
    <p:sldMasterId id="2147483819" r:id="rId3"/>
  </p:sldMasterIdLst>
  <p:notesMasterIdLst>
    <p:notesMasterId r:id="rId6"/>
  </p:notesMasterIdLst>
  <p:sldIdLst>
    <p:sldId id="257" r:id="rId4"/>
    <p:sldId id="256" r:id="rId5"/>
  </p:sldIdLst>
  <p:sldSz cx="24382413" cy="13716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4297" userDrawn="1">
          <p15:clr>
            <a:srgbClr val="A4A3A4"/>
          </p15:clr>
        </p15:guide>
        <p15:guide id="2" pos="7680" userDrawn="1">
          <p15:clr>
            <a:srgbClr val="A4A3A4"/>
          </p15:clr>
        </p15:guide>
        <p15:guide id="3" pos="717" userDrawn="1">
          <p15:clr>
            <a:srgbClr val="A4A3A4"/>
          </p15:clr>
        </p15:guide>
        <p15:guide id="4" pos="14597" userDrawn="1">
          <p15:clr>
            <a:srgbClr val="A4A3A4"/>
          </p15:clr>
        </p15:guide>
        <p15:guide id="5" orient="horz" pos="442" userDrawn="1">
          <p15:clr>
            <a:srgbClr val="A4A3A4"/>
          </p15:clr>
        </p15:guide>
        <p15:guide id="6" orient="horz" pos="8244" userDrawn="1">
          <p15:clr>
            <a:srgbClr val="A4A3A4"/>
          </p15:clr>
        </p15:guide>
        <p15:guide id="7" orient="horz" pos="963" userDrawn="1">
          <p15:clr>
            <a:srgbClr val="A4A3A4"/>
          </p15:clr>
        </p15:guide>
        <p15:guide id="8" orient="horz" pos="7677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 userDrawn="1">
          <p15:clr>
            <a:srgbClr val="A4A3A4"/>
          </p15:clr>
        </p15:guide>
        <p15:guide id="2" pos="2160" userDrawn="1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8800"/>
    <a:srgbClr val="404044"/>
    <a:srgbClr val="FF5577"/>
    <a:srgbClr val="00C8C8"/>
    <a:srgbClr val="7899DF"/>
    <a:srgbClr val="7F8087"/>
    <a:srgbClr val="000000"/>
    <a:srgbClr val="0000A9"/>
    <a:srgbClr val="FFCB02"/>
    <a:srgbClr val="CCCCD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9D799A5-0510-49E0-A558-969352B1C8DC}" v="3" dt="2026-06-12T04:27:34.483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スタイル (中間)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9" autoAdjust="0"/>
    <p:restoredTop sz="94898"/>
  </p:normalViewPr>
  <p:slideViewPr>
    <p:cSldViewPr snapToGrid="0" snapToObjects="1">
      <p:cViewPr varScale="1">
        <p:scale>
          <a:sx n="81" d="100"/>
          <a:sy n="81" d="100"/>
        </p:scale>
        <p:origin x="204" y="84"/>
      </p:cViewPr>
      <p:guideLst>
        <p:guide orient="horz" pos="4297"/>
        <p:guide pos="7680"/>
        <p:guide pos="717"/>
        <p:guide pos="14597"/>
        <p:guide orient="horz" pos="442"/>
        <p:guide orient="horz" pos="8244"/>
        <p:guide orient="horz" pos="963"/>
        <p:guide orient="horz" pos="7677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 showGuides="1">
      <p:cViewPr varScale="1">
        <p:scale>
          <a:sx n="109" d="100"/>
          <a:sy n="109" d="100"/>
        </p:scale>
        <p:origin x="4232" y="176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Master" Target="slideMasters/slideMaster3.xml"/><Relationship Id="rId7" Type="http://schemas.openxmlformats.org/officeDocument/2006/relationships/presProps" Target="presProps.xml"/><Relationship Id="rId12" Type="http://schemas.microsoft.com/office/2015/10/relationships/revisionInfo" Target="revisionInfo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11" Type="http://schemas.microsoft.com/office/2016/11/relationships/changesInfo" Target="changesInfos/changesInfo1.xml"/><Relationship Id="rId5" Type="http://schemas.openxmlformats.org/officeDocument/2006/relationships/slide" Target="slides/slide2.xml"/><Relationship Id="rId10" Type="http://schemas.openxmlformats.org/officeDocument/2006/relationships/tableStyles" Target="tableStyles.xml"/><Relationship Id="rId4" Type="http://schemas.openxmlformats.org/officeDocument/2006/relationships/slide" Target="slides/slide1.xml"/><Relationship Id="rId9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城谷 匠" userId="afbae57c-d4ca-4e58-bc9a-6f765e208d89" providerId="ADAL" clId="{FD963559-32B2-43B7-8F97-A1E47AC731FA}"/>
    <pc:docChg chg="undo custSel modSld delMainMaster">
      <pc:chgData name="城谷 匠" userId="afbae57c-d4ca-4e58-bc9a-6f765e208d89" providerId="ADAL" clId="{FD963559-32B2-43B7-8F97-A1E47AC731FA}" dt="2026-06-12T04:27:37.875" v="15" actId="208"/>
      <pc:docMkLst>
        <pc:docMk/>
      </pc:docMkLst>
      <pc:sldChg chg="addSp delSp modSp mod">
        <pc:chgData name="城谷 匠" userId="afbae57c-d4ca-4e58-bc9a-6f765e208d89" providerId="ADAL" clId="{FD963559-32B2-43B7-8F97-A1E47AC731FA}" dt="2026-06-12T04:27:37.875" v="15" actId="208"/>
        <pc:sldMkLst>
          <pc:docMk/>
          <pc:sldMk cId="1156372304" sldId="256"/>
        </pc:sldMkLst>
        <pc:spChg chg="mod topLvl">
          <ac:chgData name="城谷 匠" userId="afbae57c-d4ca-4e58-bc9a-6f765e208d89" providerId="ADAL" clId="{FD963559-32B2-43B7-8F97-A1E47AC731FA}" dt="2026-06-12T04:27:18.499" v="11" actId="165"/>
          <ac:spMkLst>
            <pc:docMk/>
            <pc:sldMk cId="1156372304" sldId="256"/>
            <ac:spMk id="17" creationId="{2E87E127-501D-495F-6FC0-34B4F7E95A68}"/>
          </ac:spMkLst>
        </pc:spChg>
        <pc:spChg chg="mod topLvl">
          <ac:chgData name="城谷 匠" userId="afbae57c-d4ca-4e58-bc9a-6f765e208d89" providerId="ADAL" clId="{FD963559-32B2-43B7-8F97-A1E47AC731FA}" dt="2026-06-12T04:27:18.499" v="11" actId="165"/>
          <ac:spMkLst>
            <pc:docMk/>
            <pc:sldMk cId="1156372304" sldId="256"/>
            <ac:spMk id="18" creationId="{08AD9044-79AA-2BF3-A59C-139D0BB2000A}"/>
          </ac:spMkLst>
        </pc:spChg>
        <pc:spChg chg="mod topLvl">
          <ac:chgData name="城谷 匠" userId="afbae57c-d4ca-4e58-bc9a-6f765e208d89" providerId="ADAL" clId="{FD963559-32B2-43B7-8F97-A1E47AC731FA}" dt="2026-06-12T04:27:18.499" v="11" actId="165"/>
          <ac:spMkLst>
            <pc:docMk/>
            <pc:sldMk cId="1156372304" sldId="256"/>
            <ac:spMk id="20" creationId="{F04A8B08-D24B-99DB-FEEB-E5098440177B}"/>
          </ac:spMkLst>
        </pc:spChg>
        <pc:spChg chg="mod topLvl">
          <ac:chgData name="城谷 匠" userId="afbae57c-d4ca-4e58-bc9a-6f765e208d89" providerId="ADAL" clId="{FD963559-32B2-43B7-8F97-A1E47AC731FA}" dt="2026-06-12T04:27:18.499" v="11" actId="165"/>
          <ac:spMkLst>
            <pc:docMk/>
            <pc:sldMk cId="1156372304" sldId="256"/>
            <ac:spMk id="21" creationId="{4BDE2633-1D8E-EEA2-C61D-06E780C19E46}"/>
          </ac:spMkLst>
        </pc:spChg>
        <pc:spChg chg="mod topLvl">
          <ac:chgData name="城谷 匠" userId="afbae57c-d4ca-4e58-bc9a-6f765e208d89" providerId="ADAL" clId="{FD963559-32B2-43B7-8F97-A1E47AC731FA}" dt="2026-06-12T04:27:18.499" v="11" actId="165"/>
          <ac:spMkLst>
            <pc:docMk/>
            <pc:sldMk cId="1156372304" sldId="256"/>
            <ac:spMk id="22" creationId="{5122F321-7C0D-8ED7-4C52-DBDFCA3C5BC0}"/>
          </ac:spMkLst>
        </pc:spChg>
        <pc:spChg chg="mod topLvl">
          <ac:chgData name="城谷 匠" userId="afbae57c-d4ca-4e58-bc9a-6f765e208d89" providerId="ADAL" clId="{FD963559-32B2-43B7-8F97-A1E47AC731FA}" dt="2026-06-12T04:27:18.499" v="11" actId="165"/>
          <ac:spMkLst>
            <pc:docMk/>
            <pc:sldMk cId="1156372304" sldId="256"/>
            <ac:spMk id="23" creationId="{E0FAB9D4-8F6A-64C2-8D67-9132DA54ED87}"/>
          </ac:spMkLst>
        </pc:spChg>
        <pc:picChg chg="mod topLvl">
          <ac:chgData name="城谷 匠" userId="afbae57c-d4ca-4e58-bc9a-6f765e208d89" providerId="ADAL" clId="{FD963559-32B2-43B7-8F97-A1E47AC731FA}" dt="2026-06-12T04:27:18.499" v="11" actId="165"/>
          <ac:picMkLst>
            <pc:docMk/>
            <pc:sldMk cId="1156372304" sldId="256"/>
            <ac:picMk id="5" creationId="{B3880868-382E-4AC9-32F7-F28691D35BEA}"/>
          </ac:picMkLst>
        </pc:picChg>
        <pc:picChg chg="mod topLvl">
          <ac:chgData name="城谷 匠" userId="afbae57c-d4ca-4e58-bc9a-6f765e208d89" providerId="ADAL" clId="{FD963559-32B2-43B7-8F97-A1E47AC731FA}" dt="2026-06-12T04:27:18.499" v="11" actId="165"/>
          <ac:picMkLst>
            <pc:docMk/>
            <pc:sldMk cId="1156372304" sldId="256"/>
            <ac:picMk id="6" creationId="{97A09EAD-F0F0-5E7F-5DF7-7BA0A63C6513}"/>
          </ac:picMkLst>
        </pc:picChg>
        <pc:picChg chg="mod topLvl">
          <ac:chgData name="城谷 匠" userId="afbae57c-d4ca-4e58-bc9a-6f765e208d89" providerId="ADAL" clId="{FD963559-32B2-43B7-8F97-A1E47AC731FA}" dt="2026-06-12T04:27:18.499" v="11" actId="165"/>
          <ac:picMkLst>
            <pc:docMk/>
            <pc:sldMk cId="1156372304" sldId="256"/>
            <ac:picMk id="7" creationId="{7DC96729-01FD-BCD1-73B7-1C1CC2007A08}"/>
          </ac:picMkLst>
        </pc:picChg>
        <pc:picChg chg="mod topLvl">
          <ac:chgData name="城谷 匠" userId="afbae57c-d4ca-4e58-bc9a-6f765e208d89" providerId="ADAL" clId="{FD963559-32B2-43B7-8F97-A1E47AC731FA}" dt="2026-06-12T04:27:18.499" v="11" actId="165"/>
          <ac:picMkLst>
            <pc:docMk/>
            <pc:sldMk cId="1156372304" sldId="256"/>
            <ac:picMk id="8" creationId="{E522FE0C-DF3D-F075-D0D5-84352E243FA7}"/>
          </ac:picMkLst>
        </pc:picChg>
        <pc:cxnChg chg="add mod">
          <ac:chgData name="城谷 匠" userId="afbae57c-d4ca-4e58-bc9a-6f765e208d89" providerId="ADAL" clId="{FD963559-32B2-43B7-8F97-A1E47AC731FA}" dt="2026-06-12T04:27:37.875" v="15" actId="208"/>
          <ac:cxnSpMkLst>
            <pc:docMk/>
            <pc:sldMk cId="1156372304" sldId="256"/>
            <ac:cxnSpMk id="27" creationId="{16338569-8FAB-7CA5-AE13-4256CAF8AB42}"/>
          </ac:cxnSpMkLst>
        </pc:cxnChg>
      </pc:sldChg>
      <pc:sldChg chg="modSp mod">
        <pc:chgData name="城谷 匠" userId="afbae57c-d4ca-4e58-bc9a-6f765e208d89" providerId="ADAL" clId="{FD963559-32B2-43B7-8F97-A1E47AC731FA}" dt="2026-06-12T01:30:55.667" v="10" actId="27636"/>
        <pc:sldMkLst>
          <pc:docMk/>
          <pc:sldMk cId="2907739921" sldId="257"/>
        </pc:sldMkLst>
        <pc:spChg chg="mod">
          <ac:chgData name="城谷 匠" userId="afbae57c-d4ca-4e58-bc9a-6f765e208d89" providerId="ADAL" clId="{FD963559-32B2-43B7-8F97-A1E47AC731FA}" dt="2026-06-12T01:30:55.667" v="10" actId="27636"/>
          <ac:spMkLst>
            <pc:docMk/>
            <pc:sldMk cId="2907739921" sldId="257"/>
            <ac:spMk id="2" creationId="{2A23A21B-CB13-AD57-6FF0-0F8D6D15B5C5}"/>
          </ac:spMkLst>
        </pc:spChg>
      </pc:sldChg>
      <pc:sldMasterChg chg="del delSldLayout">
        <pc:chgData name="城谷 匠" userId="afbae57c-d4ca-4e58-bc9a-6f765e208d89" providerId="ADAL" clId="{FD963559-32B2-43B7-8F97-A1E47AC731FA}" dt="2026-06-11T15:50:20.973" v="2"/>
        <pc:sldMasterMkLst>
          <pc:docMk/>
          <pc:sldMasterMk cId="128601625" sldId="2147483789"/>
        </pc:sldMasterMkLst>
        <pc:sldLayoutChg chg="del">
          <pc:chgData name="城谷 匠" userId="afbae57c-d4ca-4e58-bc9a-6f765e208d89" providerId="ADAL" clId="{FD963559-32B2-43B7-8F97-A1E47AC731FA}" dt="2026-06-11T15:50:20.973" v="2"/>
          <pc:sldLayoutMkLst>
            <pc:docMk/>
            <pc:sldMasterMk cId="128601625" sldId="2147483789"/>
            <pc:sldLayoutMk cId="1721238252" sldId="2147483790"/>
          </pc:sldLayoutMkLst>
        </pc:sldLayoutChg>
        <pc:sldLayoutChg chg="del">
          <pc:chgData name="城谷 匠" userId="afbae57c-d4ca-4e58-bc9a-6f765e208d89" providerId="ADAL" clId="{FD963559-32B2-43B7-8F97-A1E47AC731FA}" dt="2026-06-11T15:50:20.973" v="2"/>
          <pc:sldLayoutMkLst>
            <pc:docMk/>
            <pc:sldMasterMk cId="128601625" sldId="2147483789"/>
            <pc:sldLayoutMk cId="3523655976" sldId="2147483791"/>
          </pc:sldLayoutMkLst>
        </pc:sldLayoutChg>
        <pc:sldLayoutChg chg="del">
          <pc:chgData name="城谷 匠" userId="afbae57c-d4ca-4e58-bc9a-6f765e208d89" providerId="ADAL" clId="{FD963559-32B2-43B7-8F97-A1E47AC731FA}" dt="2026-06-11T15:50:20.973" v="2"/>
          <pc:sldLayoutMkLst>
            <pc:docMk/>
            <pc:sldMasterMk cId="128601625" sldId="2147483789"/>
            <pc:sldLayoutMk cId="3395464340" sldId="2147483792"/>
          </pc:sldLayoutMkLst>
        </pc:sldLayoutChg>
        <pc:sldLayoutChg chg="del">
          <pc:chgData name="城谷 匠" userId="afbae57c-d4ca-4e58-bc9a-6f765e208d89" providerId="ADAL" clId="{FD963559-32B2-43B7-8F97-A1E47AC731FA}" dt="2026-06-11T15:50:20.973" v="2"/>
          <pc:sldLayoutMkLst>
            <pc:docMk/>
            <pc:sldMasterMk cId="128601625" sldId="2147483789"/>
            <pc:sldLayoutMk cId="301721356" sldId="2147483793"/>
          </pc:sldLayoutMkLst>
        </pc:sldLayoutChg>
        <pc:sldLayoutChg chg="del">
          <pc:chgData name="城谷 匠" userId="afbae57c-d4ca-4e58-bc9a-6f765e208d89" providerId="ADAL" clId="{FD963559-32B2-43B7-8F97-A1E47AC731FA}" dt="2026-06-11T15:50:20.973" v="2"/>
          <pc:sldLayoutMkLst>
            <pc:docMk/>
            <pc:sldMasterMk cId="128601625" sldId="2147483789"/>
            <pc:sldLayoutMk cId="683526902" sldId="2147483841"/>
          </pc:sldLayoutMkLst>
        </pc:sldLayoutChg>
        <pc:sldLayoutChg chg="del">
          <pc:chgData name="城谷 匠" userId="afbae57c-d4ca-4e58-bc9a-6f765e208d89" providerId="ADAL" clId="{FD963559-32B2-43B7-8F97-A1E47AC731FA}" dt="2026-06-11T15:50:20.973" v="2"/>
          <pc:sldLayoutMkLst>
            <pc:docMk/>
            <pc:sldMasterMk cId="128601625" sldId="2147483789"/>
            <pc:sldLayoutMk cId="3742539404" sldId="2147483842"/>
          </pc:sldLayoutMkLst>
        </pc:sldLayoutChg>
        <pc:sldLayoutChg chg="del">
          <pc:chgData name="城谷 匠" userId="afbae57c-d4ca-4e58-bc9a-6f765e208d89" providerId="ADAL" clId="{FD963559-32B2-43B7-8F97-A1E47AC731FA}" dt="2026-06-11T15:50:20.973" v="2"/>
          <pc:sldLayoutMkLst>
            <pc:docMk/>
            <pc:sldMasterMk cId="128601625" sldId="2147483789"/>
            <pc:sldLayoutMk cId="2182006713" sldId="2147483843"/>
          </pc:sldLayoutMkLst>
        </pc:sldLayoutChg>
      </pc:sldMasterChg>
      <pc:sldMasterChg chg="del delSldLayout">
        <pc:chgData name="城谷 匠" userId="afbae57c-d4ca-4e58-bc9a-6f765e208d89" providerId="ADAL" clId="{FD963559-32B2-43B7-8F97-A1E47AC731FA}" dt="2026-06-11T15:50:20.973" v="2"/>
        <pc:sldMasterMkLst>
          <pc:docMk/>
          <pc:sldMasterMk cId="2413593382" sldId="2147483794"/>
        </pc:sldMasterMkLst>
        <pc:sldLayoutChg chg="del">
          <pc:chgData name="城谷 匠" userId="afbae57c-d4ca-4e58-bc9a-6f765e208d89" providerId="ADAL" clId="{FD963559-32B2-43B7-8F97-A1E47AC731FA}" dt="2026-06-11T15:50:20.973" v="2"/>
          <pc:sldLayoutMkLst>
            <pc:docMk/>
            <pc:sldMasterMk cId="2413593382" sldId="2147483794"/>
            <pc:sldLayoutMk cId="4277063529" sldId="2147483795"/>
          </pc:sldLayoutMkLst>
        </pc:sldLayoutChg>
        <pc:sldLayoutChg chg="del">
          <pc:chgData name="城谷 匠" userId="afbae57c-d4ca-4e58-bc9a-6f765e208d89" providerId="ADAL" clId="{FD963559-32B2-43B7-8F97-A1E47AC731FA}" dt="2026-06-11T15:50:20.973" v="2"/>
          <pc:sldLayoutMkLst>
            <pc:docMk/>
            <pc:sldMasterMk cId="2413593382" sldId="2147483794"/>
            <pc:sldLayoutMk cId="3971744467" sldId="2147483796"/>
          </pc:sldLayoutMkLst>
        </pc:sldLayoutChg>
        <pc:sldLayoutChg chg="del">
          <pc:chgData name="城谷 匠" userId="afbae57c-d4ca-4e58-bc9a-6f765e208d89" providerId="ADAL" clId="{FD963559-32B2-43B7-8F97-A1E47AC731FA}" dt="2026-06-11T15:50:20.973" v="2"/>
          <pc:sldLayoutMkLst>
            <pc:docMk/>
            <pc:sldMasterMk cId="2413593382" sldId="2147483794"/>
            <pc:sldLayoutMk cId="566915450" sldId="2147483797"/>
          </pc:sldLayoutMkLst>
        </pc:sldLayoutChg>
        <pc:sldLayoutChg chg="del">
          <pc:chgData name="城谷 匠" userId="afbae57c-d4ca-4e58-bc9a-6f765e208d89" providerId="ADAL" clId="{FD963559-32B2-43B7-8F97-A1E47AC731FA}" dt="2026-06-11T15:50:20.973" v="2"/>
          <pc:sldLayoutMkLst>
            <pc:docMk/>
            <pc:sldMasterMk cId="2413593382" sldId="2147483794"/>
            <pc:sldLayoutMk cId="2842771412" sldId="2147483798"/>
          </pc:sldLayoutMkLst>
        </pc:sldLayoutChg>
        <pc:sldLayoutChg chg="del">
          <pc:chgData name="城谷 匠" userId="afbae57c-d4ca-4e58-bc9a-6f765e208d89" providerId="ADAL" clId="{FD963559-32B2-43B7-8F97-A1E47AC731FA}" dt="2026-06-11T15:50:20.973" v="2"/>
          <pc:sldLayoutMkLst>
            <pc:docMk/>
            <pc:sldMasterMk cId="2413593382" sldId="2147483794"/>
            <pc:sldLayoutMk cId="1350028741" sldId="2147483832"/>
          </pc:sldLayoutMkLst>
        </pc:sldLayoutChg>
        <pc:sldLayoutChg chg="del">
          <pc:chgData name="城谷 匠" userId="afbae57c-d4ca-4e58-bc9a-6f765e208d89" providerId="ADAL" clId="{FD963559-32B2-43B7-8F97-A1E47AC731FA}" dt="2026-06-11T15:50:20.973" v="2"/>
          <pc:sldLayoutMkLst>
            <pc:docMk/>
            <pc:sldMasterMk cId="2413593382" sldId="2147483794"/>
            <pc:sldLayoutMk cId="316528331" sldId="2147483833"/>
          </pc:sldLayoutMkLst>
        </pc:sldLayoutChg>
        <pc:sldLayoutChg chg="del">
          <pc:chgData name="城谷 匠" userId="afbae57c-d4ca-4e58-bc9a-6f765e208d89" providerId="ADAL" clId="{FD963559-32B2-43B7-8F97-A1E47AC731FA}" dt="2026-06-11T15:50:20.973" v="2"/>
          <pc:sldLayoutMkLst>
            <pc:docMk/>
            <pc:sldMasterMk cId="2413593382" sldId="2147483794"/>
            <pc:sldLayoutMk cId="506680430" sldId="2147483834"/>
          </pc:sldLayoutMkLst>
        </pc:sldLayoutChg>
      </pc:sldMasterChg>
      <pc:sldMasterChg chg="del delSldLayout">
        <pc:chgData name="城谷 匠" userId="afbae57c-d4ca-4e58-bc9a-6f765e208d89" providerId="ADAL" clId="{FD963559-32B2-43B7-8F97-A1E47AC731FA}" dt="2026-06-11T15:50:20.973" v="2"/>
        <pc:sldMasterMkLst>
          <pc:docMk/>
          <pc:sldMasterMk cId="3392038706" sldId="2147483799"/>
        </pc:sldMasterMkLst>
        <pc:sldLayoutChg chg="del">
          <pc:chgData name="城谷 匠" userId="afbae57c-d4ca-4e58-bc9a-6f765e208d89" providerId="ADAL" clId="{FD963559-32B2-43B7-8F97-A1E47AC731FA}" dt="2026-06-11T15:50:20.973" v="2"/>
          <pc:sldLayoutMkLst>
            <pc:docMk/>
            <pc:sldMasterMk cId="3392038706" sldId="2147483799"/>
            <pc:sldLayoutMk cId="269627886" sldId="2147483800"/>
          </pc:sldLayoutMkLst>
        </pc:sldLayoutChg>
        <pc:sldLayoutChg chg="del">
          <pc:chgData name="城谷 匠" userId="afbae57c-d4ca-4e58-bc9a-6f765e208d89" providerId="ADAL" clId="{FD963559-32B2-43B7-8F97-A1E47AC731FA}" dt="2026-06-11T15:50:20.973" v="2"/>
          <pc:sldLayoutMkLst>
            <pc:docMk/>
            <pc:sldMasterMk cId="3392038706" sldId="2147483799"/>
            <pc:sldLayoutMk cId="2608010574" sldId="2147483801"/>
          </pc:sldLayoutMkLst>
        </pc:sldLayoutChg>
        <pc:sldLayoutChg chg="del">
          <pc:chgData name="城谷 匠" userId="afbae57c-d4ca-4e58-bc9a-6f765e208d89" providerId="ADAL" clId="{FD963559-32B2-43B7-8F97-A1E47AC731FA}" dt="2026-06-11T15:50:20.973" v="2"/>
          <pc:sldLayoutMkLst>
            <pc:docMk/>
            <pc:sldMasterMk cId="3392038706" sldId="2147483799"/>
            <pc:sldLayoutMk cId="3146742256" sldId="2147483802"/>
          </pc:sldLayoutMkLst>
        </pc:sldLayoutChg>
        <pc:sldLayoutChg chg="del">
          <pc:chgData name="城谷 匠" userId="afbae57c-d4ca-4e58-bc9a-6f765e208d89" providerId="ADAL" clId="{FD963559-32B2-43B7-8F97-A1E47AC731FA}" dt="2026-06-11T15:50:20.973" v="2"/>
          <pc:sldLayoutMkLst>
            <pc:docMk/>
            <pc:sldMasterMk cId="3392038706" sldId="2147483799"/>
            <pc:sldLayoutMk cId="2088456049" sldId="2147483803"/>
          </pc:sldLayoutMkLst>
        </pc:sldLayoutChg>
        <pc:sldLayoutChg chg="del">
          <pc:chgData name="城谷 匠" userId="afbae57c-d4ca-4e58-bc9a-6f765e208d89" providerId="ADAL" clId="{FD963559-32B2-43B7-8F97-A1E47AC731FA}" dt="2026-06-11T15:50:20.973" v="2"/>
          <pc:sldLayoutMkLst>
            <pc:docMk/>
            <pc:sldMasterMk cId="3392038706" sldId="2147483799"/>
            <pc:sldLayoutMk cId="4183914307" sldId="2147483838"/>
          </pc:sldLayoutMkLst>
        </pc:sldLayoutChg>
        <pc:sldLayoutChg chg="del">
          <pc:chgData name="城谷 匠" userId="afbae57c-d4ca-4e58-bc9a-6f765e208d89" providerId="ADAL" clId="{FD963559-32B2-43B7-8F97-A1E47AC731FA}" dt="2026-06-11T15:50:20.973" v="2"/>
          <pc:sldLayoutMkLst>
            <pc:docMk/>
            <pc:sldMasterMk cId="3392038706" sldId="2147483799"/>
            <pc:sldLayoutMk cId="2518797957" sldId="2147483839"/>
          </pc:sldLayoutMkLst>
        </pc:sldLayoutChg>
        <pc:sldLayoutChg chg="del">
          <pc:chgData name="城谷 匠" userId="afbae57c-d4ca-4e58-bc9a-6f765e208d89" providerId="ADAL" clId="{FD963559-32B2-43B7-8F97-A1E47AC731FA}" dt="2026-06-11T15:50:20.973" v="2"/>
          <pc:sldLayoutMkLst>
            <pc:docMk/>
            <pc:sldMasterMk cId="3392038706" sldId="2147483799"/>
            <pc:sldLayoutMk cId="3208650685" sldId="2147483840"/>
          </pc:sldLayoutMkLst>
        </pc:sldLayoutChg>
      </pc:sldMasterChg>
      <pc:sldMasterChg chg="del delSldLayout">
        <pc:chgData name="城谷 匠" userId="afbae57c-d4ca-4e58-bc9a-6f765e208d89" providerId="ADAL" clId="{FD963559-32B2-43B7-8F97-A1E47AC731FA}" dt="2026-06-11T15:50:20.973" v="2"/>
        <pc:sldMasterMkLst>
          <pc:docMk/>
          <pc:sldMasterMk cId="4237856623" sldId="2147483804"/>
        </pc:sldMasterMkLst>
        <pc:sldLayoutChg chg="del">
          <pc:chgData name="城谷 匠" userId="afbae57c-d4ca-4e58-bc9a-6f765e208d89" providerId="ADAL" clId="{FD963559-32B2-43B7-8F97-A1E47AC731FA}" dt="2026-06-11T15:50:20.973" v="2"/>
          <pc:sldLayoutMkLst>
            <pc:docMk/>
            <pc:sldMasterMk cId="4237856623" sldId="2147483804"/>
            <pc:sldLayoutMk cId="524179403" sldId="2147483805"/>
          </pc:sldLayoutMkLst>
        </pc:sldLayoutChg>
        <pc:sldLayoutChg chg="del">
          <pc:chgData name="城谷 匠" userId="afbae57c-d4ca-4e58-bc9a-6f765e208d89" providerId="ADAL" clId="{FD963559-32B2-43B7-8F97-A1E47AC731FA}" dt="2026-06-11T15:50:20.973" v="2"/>
          <pc:sldLayoutMkLst>
            <pc:docMk/>
            <pc:sldMasterMk cId="4237856623" sldId="2147483804"/>
            <pc:sldLayoutMk cId="2368200639" sldId="2147483806"/>
          </pc:sldLayoutMkLst>
        </pc:sldLayoutChg>
        <pc:sldLayoutChg chg="del">
          <pc:chgData name="城谷 匠" userId="afbae57c-d4ca-4e58-bc9a-6f765e208d89" providerId="ADAL" clId="{FD963559-32B2-43B7-8F97-A1E47AC731FA}" dt="2026-06-11T15:50:20.973" v="2"/>
          <pc:sldLayoutMkLst>
            <pc:docMk/>
            <pc:sldMasterMk cId="4237856623" sldId="2147483804"/>
            <pc:sldLayoutMk cId="3008731706" sldId="2147483807"/>
          </pc:sldLayoutMkLst>
        </pc:sldLayoutChg>
        <pc:sldLayoutChg chg="del">
          <pc:chgData name="城谷 匠" userId="afbae57c-d4ca-4e58-bc9a-6f765e208d89" providerId="ADAL" clId="{FD963559-32B2-43B7-8F97-A1E47AC731FA}" dt="2026-06-11T15:50:20.973" v="2"/>
          <pc:sldLayoutMkLst>
            <pc:docMk/>
            <pc:sldMasterMk cId="4237856623" sldId="2147483804"/>
            <pc:sldLayoutMk cId="3817497702" sldId="2147483808"/>
          </pc:sldLayoutMkLst>
        </pc:sldLayoutChg>
        <pc:sldLayoutChg chg="del">
          <pc:chgData name="城谷 匠" userId="afbae57c-d4ca-4e58-bc9a-6f765e208d89" providerId="ADAL" clId="{FD963559-32B2-43B7-8F97-A1E47AC731FA}" dt="2026-06-11T15:50:20.973" v="2"/>
          <pc:sldLayoutMkLst>
            <pc:docMk/>
            <pc:sldMasterMk cId="4237856623" sldId="2147483804"/>
            <pc:sldLayoutMk cId="1400597756" sldId="2147483844"/>
          </pc:sldLayoutMkLst>
        </pc:sldLayoutChg>
        <pc:sldLayoutChg chg="del">
          <pc:chgData name="城谷 匠" userId="afbae57c-d4ca-4e58-bc9a-6f765e208d89" providerId="ADAL" clId="{FD963559-32B2-43B7-8F97-A1E47AC731FA}" dt="2026-06-11T15:50:20.973" v="2"/>
          <pc:sldLayoutMkLst>
            <pc:docMk/>
            <pc:sldMasterMk cId="4237856623" sldId="2147483804"/>
            <pc:sldLayoutMk cId="4064353193" sldId="2147483845"/>
          </pc:sldLayoutMkLst>
        </pc:sldLayoutChg>
        <pc:sldLayoutChg chg="del">
          <pc:chgData name="城谷 匠" userId="afbae57c-d4ca-4e58-bc9a-6f765e208d89" providerId="ADAL" clId="{FD963559-32B2-43B7-8F97-A1E47AC731FA}" dt="2026-06-11T15:50:20.973" v="2"/>
          <pc:sldLayoutMkLst>
            <pc:docMk/>
            <pc:sldMasterMk cId="4237856623" sldId="2147483804"/>
            <pc:sldLayoutMk cId="1645094157" sldId="2147483846"/>
          </pc:sldLayoutMkLst>
        </pc:sldLayoutChg>
      </pc:sldMasterChg>
      <pc:sldMasterChg chg="del delSldLayout">
        <pc:chgData name="城谷 匠" userId="afbae57c-d4ca-4e58-bc9a-6f765e208d89" providerId="ADAL" clId="{FD963559-32B2-43B7-8F97-A1E47AC731FA}" dt="2026-06-11T15:50:20.973" v="2"/>
        <pc:sldMasterMkLst>
          <pc:docMk/>
          <pc:sldMasterMk cId="3864806231" sldId="2147483809"/>
        </pc:sldMasterMkLst>
        <pc:sldLayoutChg chg="del">
          <pc:chgData name="城谷 匠" userId="afbae57c-d4ca-4e58-bc9a-6f765e208d89" providerId="ADAL" clId="{FD963559-32B2-43B7-8F97-A1E47AC731FA}" dt="2026-06-11T15:50:20.973" v="2"/>
          <pc:sldLayoutMkLst>
            <pc:docMk/>
            <pc:sldMasterMk cId="3864806231" sldId="2147483809"/>
            <pc:sldLayoutMk cId="3622725091" sldId="2147483810"/>
          </pc:sldLayoutMkLst>
        </pc:sldLayoutChg>
        <pc:sldLayoutChg chg="del">
          <pc:chgData name="城谷 匠" userId="afbae57c-d4ca-4e58-bc9a-6f765e208d89" providerId="ADAL" clId="{FD963559-32B2-43B7-8F97-A1E47AC731FA}" dt="2026-06-11T15:50:20.973" v="2"/>
          <pc:sldLayoutMkLst>
            <pc:docMk/>
            <pc:sldMasterMk cId="3864806231" sldId="2147483809"/>
            <pc:sldLayoutMk cId="4243680784" sldId="2147483811"/>
          </pc:sldLayoutMkLst>
        </pc:sldLayoutChg>
        <pc:sldLayoutChg chg="del">
          <pc:chgData name="城谷 匠" userId="afbae57c-d4ca-4e58-bc9a-6f765e208d89" providerId="ADAL" clId="{FD963559-32B2-43B7-8F97-A1E47AC731FA}" dt="2026-06-11T15:50:20.973" v="2"/>
          <pc:sldLayoutMkLst>
            <pc:docMk/>
            <pc:sldMasterMk cId="3864806231" sldId="2147483809"/>
            <pc:sldLayoutMk cId="2934983927" sldId="2147483812"/>
          </pc:sldLayoutMkLst>
        </pc:sldLayoutChg>
        <pc:sldLayoutChg chg="del">
          <pc:chgData name="城谷 匠" userId="afbae57c-d4ca-4e58-bc9a-6f765e208d89" providerId="ADAL" clId="{FD963559-32B2-43B7-8F97-A1E47AC731FA}" dt="2026-06-11T15:50:20.973" v="2"/>
          <pc:sldLayoutMkLst>
            <pc:docMk/>
            <pc:sldMasterMk cId="3864806231" sldId="2147483809"/>
            <pc:sldLayoutMk cId="2744233648" sldId="2147483813"/>
          </pc:sldLayoutMkLst>
        </pc:sldLayoutChg>
        <pc:sldLayoutChg chg="del">
          <pc:chgData name="城谷 匠" userId="afbae57c-d4ca-4e58-bc9a-6f765e208d89" providerId="ADAL" clId="{FD963559-32B2-43B7-8F97-A1E47AC731FA}" dt="2026-06-11T15:50:20.973" v="2"/>
          <pc:sldLayoutMkLst>
            <pc:docMk/>
            <pc:sldMasterMk cId="3864806231" sldId="2147483809"/>
            <pc:sldLayoutMk cId="3021291248" sldId="2147483835"/>
          </pc:sldLayoutMkLst>
        </pc:sldLayoutChg>
        <pc:sldLayoutChg chg="del">
          <pc:chgData name="城谷 匠" userId="afbae57c-d4ca-4e58-bc9a-6f765e208d89" providerId="ADAL" clId="{FD963559-32B2-43B7-8F97-A1E47AC731FA}" dt="2026-06-11T15:50:20.973" v="2"/>
          <pc:sldLayoutMkLst>
            <pc:docMk/>
            <pc:sldMasterMk cId="3864806231" sldId="2147483809"/>
            <pc:sldLayoutMk cId="3070782973" sldId="2147483836"/>
          </pc:sldLayoutMkLst>
        </pc:sldLayoutChg>
        <pc:sldLayoutChg chg="del">
          <pc:chgData name="城谷 匠" userId="afbae57c-d4ca-4e58-bc9a-6f765e208d89" providerId="ADAL" clId="{FD963559-32B2-43B7-8F97-A1E47AC731FA}" dt="2026-06-11T15:50:20.973" v="2"/>
          <pc:sldLayoutMkLst>
            <pc:docMk/>
            <pc:sldMasterMk cId="3864806231" sldId="2147483809"/>
            <pc:sldLayoutMk cId="2483515379" sldId="2147483837"/>
          </pc:sldLayoutMkLst>
        </pc:sldLayoutChg>
      </pc:sldMasterChg>
      <pc:sldMasterChg chg="del delSldLayout">
        <pc:chgData name="城谷 匠" userId="afbae57c-d4ca-4e58-bc9a-6f765e208d89" providerId="ADAL" clId="{FD963559-32B2-43B7-8F97-A1E47AC731FA}" dt="2026-06-11T15:50:20.973" v="2"/>
        <pc:sldMasterMkLst>
          <pc:docMk/>
          <pc:sldMasterMk cId="3647132479" sldId="2147483814"/>
        </pc:sldMasterMkLst>
        <pc:sldLayoutChg chg="del">
          <pc:chgData name="城谷 匠" userId="afbae57c-d4ca-4e58-bc9a-6f765e208d89" providerId="ADAL" clId="{FD963559-32B2-43B7-8F97-A1E47AC731FA}" dt="2026-06-11T15:50:20.973" v="2"/>
          <pc:sldLayoutMkLst>
            <pc:docMk/>
            <pc:sldMasterMk cId="3647132479" sldId="2147483814"/>
            <pc:sldLayoutMk cId="3307779927" sldId="2147483815"/>
          </pc:sldLayoutMkLst>
        </pc:sldLayoutChg>
        <pc:sldLayoutChg chg="del">
          <pc:chgData name="城谷 匠" userId="afbae57c-d4ca-4e58-bc9a-6f765e208d89" providerId="ADAL" clId="{FD963559-32B2-43B7-8F97-A1E47AC731FA}" dt="2026-06-11T15:50:20.973" v="2"/>
          <pc:sldLayoutMkLst>
            <pc:docMk/>
            <pc:sldMasterMk cId="3647132479" sldId="2147483814"/>
            <pc:sldLayoutMk cId="183499917" sldId="2147483816"/>
          </pc:sldLayoutMkLst>
        </pc:sldLayoutChg>
        <pc:sldLayoutChg chg="del">
          <pc:chgData name="城谷 匠" userId="afbae57c-d4ca-4e58-bc9a-6f765e208d89" providerId="ADAL" clId="{FD963559-32B2-43B7-8F97-A1E47AC731FA}" dt="2026-06-11T15:50:20.973" v="2"/>
          <pc:sldLayoutMkLst>
            <pc:docMk/>
            <pc:sldMasterMk cId="3647132479" sldId="2147483814"/>
            <pc:sldLayoutMk cId="2086437289" sldId="2147483817"/>
          </pc:sldLayoutMkLst>
        </pc:sldLayoutChg>
        <pc:sldLayoutChg chg="del">
          <pc:chgData name="城谷 匠" userId="afbae57c-d4ca-4e58-bc9a-6f765e208d89" providerId="ADAL" clId="{FD963559-32B2-43B7-8F97-A1E47AC731FA}" dt="2026-06-11T15:50:20.973" v="2"/>
          <pc:sldLayoutMkLst>
            <pc:docMk/>
            <pc:sldMasterMk cId="3647132479" sldId="2147483814"/>
            <pc:sldLayoutMk cId="115990555" sldId="2147483818"/>
          </pc:sldLayoutMkLst>
        </pc:sldLayoutChg>
        <pc:sldLayoutChg chg="del">
          <pc:chgData name="城谷 匠" userId="afbae57c-d4ca-4e58-bc9a-6f765e208d89" providerId="ADAL" clId="{FD963559-32B2-43B7-8F97-A1E47AC731FA}" dt="2026-06-11T15:50:20.973" v="2"/>
          <pc:sldLayoutMkLst>
            <pc:docMk/>
            <pc:sldMasterMk cId="3647132479" sldId="2147483814"/>
            <pc:sldLayoutMk cId="2217144526" sldId="2147483847"/>
          </pc:sldLayoutMkLst>
        </pc:sldLayoutChg>
        <pc:sldLayoutChg chg="del">
          <pc:chgData name="城谷 匠" userId="afbae57c-d4ca-4e58-bc9a-6f765e208d89" providerId="ADAL" clId="{FD963559-32B2-43B7-8F97-A1E47AC731FA}" dt="2026-06-11T15:50:20.973" v="2"/>
          <pc:sldLayoutMkLst>
            <pc:docMk/>
            <pc:sldMasterMk cId="3647132479" sldId="2147483814"/>
            <pc:sldLayoutMk cId="1018264743" sldId="2147483848"/>
          </pc:sldLayoutMkLst>
        </pc:sldLayoutChg>
        <pc:sldLayoutChg chg="del">
          <pc:chgData name="城谷 匠" userId="afbae57c-d4ca-4e58-bc9a-6f765e208d89" providerId="ADAL" clId="{FD963559-32B2-43B7-8F97-A1E47AC731FA}" dt="2026-06-11T15:50:20.973" v="2"/>
          <pc:sldLayoutMkLst>
            <pc:docMk/>
            <pc:sldMasterMk cId="3647132479" sldId="2147483814"/>
            <pc:sldLayoutMk cId="1080297994" sldId="2147483849"/>
          </pc:sldLayoutMkLst>
        </pc:sldLayout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2A68C42-B005-8F46-81B0-B2663E397375}" type="datetimeFigureOut">
              <a:rPr kumimoji="1" lang="ja-JP" altLang="en-US" smtClean="0"/>
              <a:t>2026/6/12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kumimoji="1" lang="ja-JP" altLang="en-US"/>
              <a:t>マスター テキストの書式設定
第 </a:t>
            </a:r>
            <a:r>
              <a:rPr kumimoji="1" lang="en-US" altLang="ja-JP"/>
              <a:t>2 </a:t>
            </a:r>
            <a:r>
              <a:rPr kumimoji="1" lang="ja-JP" altLang="en-US"/>
              <a:t>レベル
第 </a:t>
            </a:r>
            <a:r>
              <a:rPr kumimoji="1" lang="en-US" altLang="ja-JP"/>
              <a:t>3 </a:t>
            </a:r>
            <a:r>
              <a:rPr kumimoji="1" lang="ja-JP" altLang="en-US"/>
              <a:t>レベル
第 </a:t>
            </a:r>
            <a:r>
              <a:rPr kumimoji="1" lang="en-US" altLang="ja-JP"/>
              <a:t>4 </a:t>
            </a:r>
            <a:r>
              <a:rPr kumimoji="1" lang="ja-JP" altLang="en-US"/>
              <a:t>レベル
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E1B1C85-7D96-A04F-A516-320C399CA49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961053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828709" rtl="0" eaLnBrk="1" latinLnBrk="0" hangingPunct="1">
      <a:defRPr kumimoji="1" sz="2400" kern="1200">
        <a:solidFill>
          <a:schemeClr val="tx1"/>
        </a:solidFill>
        <a:latin typeface="+mn-lt"/>
        <a:ea typeface="+mn-ea"/>
        <a:cs typeface="+mn-cs"/>
      </a:defRPr>
    </a:lvl1pPr>
    <a:lvl2pPr marL="914354" algn="l" defTabSz="1828709" rtl="0" eaLnBrk="1" latinLnBrk="0" hangingPunct="1">
      <a:defRPr kumimoji="1" sz="2400" kern="1200">
        <a:solidFill>
          <a:schemeClr val="tx1"/>
        </a:solidFill>
        <a:latin typeface="+mn-lt"/>
        <a:ea typeface="+mn-ea"/>
        <a:cs typeface="+mn-cs"/>
      </a:defRPr>
    </a:lvl2pPr>
    <a:lvl3pPr marL="1828709" algn="l" defTabSz="1828709" rtl="0" eaLnBrk="1" latinLnBrk="0" hangingPunct="1">
      <a:defRPr kumimoji="1" sz="2400" kern="1200">
        <a:solidFill>
          <a:schemeClr val="tx1"/>
        </a:solidFill>
        <a:latin typeface="+mn-lt"/>
        <a:ea typeface="+mn-ea"/>
        <a:cs typeface="+mn-cs"/>
      </a:defRPr>
    </a:lvl3pPr>
    <a:lvl4pPr marL="2743063" algn="l" defTabSz="1828709" rtl="0" eaLnBrk="1" latinLnBrk="0" hangingPunct="1">
      <a:defRPr kumimoji="1" sz="2400" kern="1200">
        <a:solidFill>
          <a:schemeClr val="tx1"/>
        </a:solidFill>
        <a:latin typeface="+mn-lt"/>
        <a:ea typeface="+mn-ea"/>
        <a:cs typeface="+mn-cs"/>
      </a:defRPr>
    </a:lvl4pPr>
    <a:lvl5pPr marL="3657417" algn="l" defTabSz="1828709" rtl="0" eaLnBrk="1" latinLnBrk="0" hangingPunct="1">
      <a:defRPr kumimoji="1" sz="2400" kern="1200">
        <a:solidFill>
          <a:schemeClr val="tx1"/>
        </a:solidFill>
        <a:latin typeface="+mn-lt"/>
        <a:ea typeface="+mn-ea"/>
        <a:cs typeface="+mn-cs"/>
      </a:defRPr>
    </a:lvl5pPr>
    <a:lvl6pPr marL="4571771" algn="l" defTabSz="1828709" rtl="0" eaLnBrk="1" latinLnBrk="0" hangingPunct="1">
      <a:defRPr kumimoji="1" sz="2400" kern="1200">
        <a:solidFill>
          <a:schemeClr val="tx1"/>
        </a:solidFill>
        <a:latin typeface="+mn-lt"/>
        <a:ea typeface="+mn-ea"/>
        <a:cs typeface="+mn-cs"/>
      </a:defRPr>
    </a:lvl6pPr>
    <a:lvl7pPr marL="5486126" algn="l" defTabSz="1828709" rtl="0" eaLnBrk="1" latinLnBrk="0" hangingPunct="1">
      <a:defRPr kumimoji="1" sz="2400" kern="1200">
        <a:solidFill>
          <a:schemeClr val="tx1"/>
        </a:solidFill>
        <a:latin typeface="+mn-lt"/>
        <a:ea typeface="+mn-ea"/>
        <a:cs typeface="+mn-cs"/>
      </a:defRPr>
    </a:lvl7pPr>
    <a:lvl8pPr marL="6400480" algn="l" defTabSz="1828709" rtl="0" eaLnBrk="1" latinLnBrk="0" hangingPunct="1">
      <a:defRPr kumimoji="1" sz="2400" kern="1200">
        <a:solidFill>
          <a:schemeClr val="tx1"/>
        </a:solidFill>
        <a:latin typeface="+mn-lt"/>
        <a:ea typeface="+mn-ea"/>
        <a:cs typeface="+mn-cs"/>
      </a:defRPr>
    </a:lvl8pPr>
    <a:lvl9pPr marL="7314834" algn="l" defTabSz="1828709" rtl="0" eaLnBrk="1" latinLnBrk="0" hangingPunct="1">
      <a:defRPr kumimoji="1" sz="24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3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3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3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標準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" y="2244726"/>
            <a:ext cx="24382412" cy="4775200"/>
          </a:xfrm>
        </p:spPr>
        <p:txBody>
          <a:bodyPr anchor="b">
            <a:normAutofit/>
          </a:bodyPr>
          <a:lstStyle>
            <a:lvl1pPr algn="ctr">
              <a:defRPr sz="9000">
                <a:solidFill>
                  <a:schemeClr val="tx1"/>
                </a:solidFill>
                <a:latin typeface="Haru TP M" panose="020B0600050000000000" pitchFamily="34" charset="-128"/>
                <a:ea typeface="Haru TP M" panose="020B0600050000000000" pitchFamily="34" charset="-128"/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pic>
        <p:nvPicPr>
          <p:cNvPr id="11" name="図 10">
            <a:extLst>
              <a:ext uri="{FF2B5EF4-FFF2-40B4-BE49-F238E27FC236}">
                <a16:creationId xmlns:a16="http://schemas.microsoft.com/office/drawing/2014/main" id="{B81B0DBB-64DB-49AB-A64F-CD8EDA8CFE9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122919" y="11462517"/>
            <a:ext cx="4136571" cy="723900"/>
          </a:xfrm>
          <a:prstGeom prst="rect">
            <a:avLst/>
          </a:prstGeom>
        </p:spPr>
      </p:pic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6EC7629F-38E2-4BBB-9E40-7AEF8029D47E}"/>
              </a:ext>
            </a:extLst>
          </p:cNvPr>
          <p:cNvSpPr txBox="1"/>
          <p:nvPr userDrawn="1"/>
        </p:nvSpPr>
        <p:spPr>
          <a:xfrm>
            <a:off x="9065944" y="12727673"/>
            <a:ext cx="6252111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ja-JP" sz="1500" dirty="0">
                <a:solidFill>
                  <a:schemeClr val="bg2"/>
                </a:solidFill>
                <a:latin typeface="Haru TP R" panose="020B0500040000000000" pitchFamily="34" charset="-128"/>
                <a:ea typeface="Haru TP R" panose="020B0500040000000000" pitchFamily="34" charset="-128"/>
              </a:rPr>
              <a:t>© SAKURA internet Inc.</a:t>
            </a:r>
            <a:endParaRPr lang="ja-JP" altLang="en-US" sz="1500" dirty="0">
              <a:solidFill>
                <a:schemeClr val="bg2"/>
              </a:solidFill>
              <a:latin typeface="Haru TP R" panose="020B0500040000000000" pitchFamily="34" charset="-128"/>
              <a:ea typeface="Haru TP R" panose="020B0500040000000000" pitchFamily="34" charset="-128"/>
            </a:endParaRPr>
          </a:p>
        </p:txBody>
      </p:sp>
      <p:sp>
        <p:nvSpPr>
          <p:cNvPr id="7" name="字幕 2">
            <a:extLst>
              <a:ext uri="{FF2B5EF4-FFF2-40B4-BE49-F238E27FC236}">
                <a16:creationId xmlns:a16="http://schemas.microsoft.com/office/drawing/2014/main" id="{0AA0F90E-F4A4-5743-911E-2FD5F6BA48E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09675" y="7386934"/>
            <a:ext cx="21963063" cy="3311308"/>
          </a:xfrm>
        </p:spPr>
        <p:txBody>
          <a:bodyPr anchor="t" anchorCtr="1">
            <a:normAutofit/>
          </a:bodyPr>
          <a:lstStyle>
            <a:lvl1pPr marL="0" indent="0">
              <a:buNone/>
              <a:defRPr>
                <a:solidFill>
                  <a:schemeClr val="tx1"/>
                </a:solidFill>
                <a:latin typeface="+mn-ea"/>
                <a:ea typeface="+mn-ea"/>
              </a:defRPr>
            </a:lvl1pPr>
          </a:lstStyle>
          <a:p>
            <a:r>
              <a:rPr lang="ja-JP" altLang="en-US" sz="4000">
                <a:solidFill>
                  <a:srgbClr val="7E7E86"/>
                </a:solidFill>
                <a:ea typeface="Haru TP R" panose="020B0500040000000000" pitchFamily="34" charset="-128"/>
              </a:rPr>
              <a:t>マスター サブタイトルの書式設定</a:t>
            </a:r>
            <a:endParaRPr lang="ja-JP" altLang="en-US" sz="4000" dirty="0">
              <a:solidFill>
                <a:srgbClr val="7E7E86"/>
              </a:solidFill>
              <a:latin typeface="Haru TP R" panose="020B0500040000000000" pitchFamily="34" charset="-128"/>
              <a:ea typeface="Haru TP R" panose="020B050004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14536540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テキスト プレースホルダー 4">
            <a:extLst>
              <a:ext uri="{FF2B5EF4-FFF2-40B4-BE49-F238E27FC236}">
                <a16:creationId xmlns:a16="http://schemas.microsoft.com/office/drawing/2014/main" id="{7D7754F4-074B-534F-82F6-D92F502495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209675" y="6271134"/>
            <a:ext cx="21963063" cy="5916103"/>
          </a:xfrm>
        </p:spPr>
        <p:txBody>
          <a:bodyPr>
            <a:noAutofit/>
          </a:bodyPr>
          <a:lstStyle>
            <a:lvl1pPr marL="0" indent="0">
              <a:buNone/>
              <a:defRPr>
                <a:solidFill>
                  <a:schemeClr val="tx1"/>
                </a:solidFill>
                <a:latin typeface="+mj-ea"/>
                <a:ea typeface="+mj-ea"/>
              </a:defRPr>
            </a:lvl1pPr>
          </a:lstStyle>
          <a:p>
            <a:pPr lvl="0"/>
            <a:r>
              <a:rPr kumimoji="1" lang="ja-JP" altLang="en-US" sz="7500" b="1">
                <a:solidFill>
                  <a:srgbClr val="7E7E86"/>
                </a:solidFill>
                <a:ea typeface="Haru TP B" panose="020B0500040000000000" pitchFamily="34" charset="-128"/>
              </a:rPr>
              <a:t>マスター テキストの書式設定</a:t>
            </a:r>
          </a:p>
        </p:txBody>
      </p:sp>
      <p:sp>
        <p:nvSpPr>
          <p:cNvPr id="4" name="タイトル 3">
            <a:extLst>
              <a:ext uri="{FF2B5EF4-FFF2-40B4-BE49-F238E27FC236}">
                <a16:creationId xmlns:a16="http://schemas.microsoft.com/office/drawing/2014/main" id="{FBDE8028-7CDB-8140-BA74-AF2C01D7E5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09676" y="1528763"/>
            <a:ext cx="21963062" cy="4049077"/>
          </a:xfrm>
        </p:spPr>
        <p:txBody>
          <a:bodyPr anchor="b" anchorCtr="0">
            <a:normAutofit/>
          </a:bodyPr>
          <a:lstStyle>
            <a:lvl1pPr>
              <a:defRPr sz="12000">
                <a:solidFill>
                  <a:schemeClr val="tx1"/>
                </a:solidFill>
                <a:latin typeface="+mn-ea"/>
                <a:ea typeface="+mn-ea"/>
              </a:defRPr>
            </a:lvl1pPr>
          </a:lstStyle>
          <a:p>
            <a:r>
              <a:rPr kumimoji="1" lang="ja-JP" altLang="en-US">
                <a:solidFill>
                  <a:srgbClr val="7E7E86"/>
                </a:solidFill>
                <a:ea typeface="Haru TP R" panose="020B0500040000000000" pitchFamily="34" charset="-128"/>
              </a:rPr>
              <a:t>マスター タイトルの書式設定</a:t>
            </a:r>
            <a:endParaRPr kumimoji="1" lang="ja-JP" altLang="en-US" dirty="0">
              <a:solidFill>
                <a:srgbClr val="7E7E86"/>
              </a:solidFill>
              <a:latin typeface="Haru TP R" panose="020B0500040000000000" pitchFamily="34" charset="-128"/>
              <a:ea typeface="Haru TP R" panose="020B0500040000000000" pitchFamily="34" charset="-128"/>
            </a:endParaRPr>
          </a:p>
        </p:txBody>
      </p:sp>
      <p:sp>
        <p:nvSpPr>
          <p:cNvPr id="5" name="テキスト プレースホルダー 2">
            <a:extLst>
              <a:ext uri="{FF2B5EF4-FFF2-40B4-BE49-F238E27FC236}">
                <a16:creationId xmlns:a16="http://schemas.microsoft.com/office/drawing/2014/main" id="{3FF499CC-70EC-BC44-A245-FD20CFD291C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9535001" y="12557338"/>
            <a:ext cx="3630612" cy="474662"/>
          </a:xfrm>
        </p:spPr>
        <p:txBody>
          <a:bodyPr anchor="b"/>
          <a:lstStyle>
            <a:lvl1pPr marL="0" indent="0" algn="r">
              <a:buNone/>
              <a:defRPr sz="3000">
                <a:solidFill>
                  <a:schemeClr val="bg2"/>
                </a:solidFill>
                <a:latin typeface="+mj-lt"/>
              </a:defRPr>
            </a:lvl1pPr>
          </a:lstStyle>
          <a:p>
            <a:fld id="{B630EE90-82C7-7841-B0CF-2E0EAA96779E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D8DF13AF-30BD-472C-BC86-6D5A8A4E4526}"/>
              </a:ext>
            </a:extLst>
          </p:cNvPr>
          <p:cNvSpPr txBox="1"/>
          <p:nvPr userDrawn="1"/>
        </p:nvSpPr>
        <p:spPr>
          <a:xfrm>
            <a:off x="1209675" y="12727673"/>
            <a:ext cx="6252111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altLang="ja-JP" sz="1500" dirty="0">
                <a:solidFill>
                  <a:schemeClr val="bg2"/>
                </a:solidFill>
                <a:latin typeface="Haru TP R" panose="020B0500040000000000" pitchFamily="34" charset="-128"/>
                <a:ea typeface="Haru TP R" panose="020B0500040000000000" pitchFamily="34" charset="-128"/>
              </a:rPr>
              <a:t>© SAKURA internet Inc.</a:t>
            </a:r>
            <a:endParaRPr lang="ja-JP" altLang="en-US" sz="1500" dirty="0">
              <a:solidFill>
                <a:schemeClr val="bg2"/>
              </a:solidFill>
              <a:latin typeface="Haru TP R" panose="020B0500040000000000" pitchFamily="34" charset="-128"/>
              <a:ea typeface="Haru TP R" panose="020B050004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608249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とコンテンツ（小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テキスト プレースホルダー 4">
            <a:extLst>
              <a:ext uri="{FF2B5EF4-FFF2-40B4-BE49-F238E27FC236}">
                <a16:creationId xmlns:a16="http://schemas.microsoft.com/office/drawing/2014/main" id="{8AA560FC-963E-274B-8463-4497BADEB6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209675" y="5029200"/>
            <a:ext cx="21963063" cy="7158038"/>
          </a:xfrm>
        </p:spPr>
        <p:txBody>
          <a:bodyPr anchor="t" anchorCtr="0">
            <a:noAutofit/>
          </a:bodyPr>
          <a:lstStyle>
            <a:lvl1pPr marL="0" indent="0">
              <a:buNone/>
              <a:defRPr b="0">
                <a:solidFill>
                  <a:schemeClr val="tx1"/>
                </a:solidFill>
                <a:latin typeface="+mj-ea"/>
                <a:ea typeface="+mj-ea"/>
              </a:defRPr>
            </a:lvl1pPr>
          </a:lstStyle>
          <a:p>
            <a:pPr lvl="0"/>
            <a:r>
              <a:rPr kumimoji="1" lang="ja-JP" altLang="en-US" sz="6000" b="1">
                <a:solidFill>
                  <a:srgbClr val="7E7E86"/>
                </a:solidFill>
                <a:ea typeface="Haru TP B" panose="020B0500040000000000" pitchFamily="34" charset="-128"/>
              </a:rPr>
              <a:t>マスター テキストの書式設定</a:t>
            </a:r>
          </a:p>
        </p:txBody>
      </p:sp>
      <p:sp>
        <p:nvSpPr>
          <p:cNvPr id="5" name="テキスト プレースホルダー 2">
            <a:extLst>
              <a:ext uri="{FF2B5EF4-FFF2-40B4-BE49-F238E27FC236}">
                <a16:creationId xmlns:a16="http://schemas.microsoft.com/office/drawing/2014/main" id="{041883F2-2986-1440-83C5-8D8FF7B192F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9535001" y="12557338"/>
            <a:ext cx="3630612" cy="474662"/>
          </a:xfrm>
        </p:spPr>
        <p:txBody>
          <a:bodyPr anchor="b"/>
          <a:lstStyle>
            <a:lvl1pPr marL="0" indent="0" algn="r">
              <a:buNone/>
              <a:defRPr sz="3000">
                <a:solidFill>
                  <a:schemeClr val="bg2"/>
                </a:solidFill>
                <a:latin typeface="+mj-lt"/>
              </a:defRPr>
            </a:lvl1pPr>
          </a:lstStyle>
          <a:p>
            <a:fld id="{B630EE90-82C7-7841-B0CF-2E0EAA96779E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  <p:sp>
        <p:nvSpPr>
          <p:cNvPr id="6" name="タイトル 5">
            <a:extLst>
              <a:ext uri="{FF2B5EF4-FFF2-40B4-BE49-F238E27FC236}">
                <a16:creationId xmlns:a16="http://schemas.microsoft.com/office/drawing/2014/main" id="{3F6BF6B9-6F1F-483B-B7E9-45CC79808D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09675" y="1385887"/>
            <a:ext cx="21955938" cy="3095625"/>
          </a:xfrm>
        </p:spPr>
        <p:txBody>
          <a:bodyPr anchor="b" anchorCtr="0"/>
          <a:lstStyle>
            <a:lvl1pPr>
              <a:defRPr>
                <a:solidFill>
                  <a:schemeClr val="tx1"/>
                </a:solidFill>
                <a:latin typeface="+mn-ea"/>
                <a:ea typeface="+mn-ea"/>
              </a:defRPr>
            </a:lvl1pPr>
          </a:lstStyle>
          <a:p>
            <a:r>
              <a:rPr kumimoji="1" lang="ja-JP" altLang="en-US"/>
              <a:t>マスター タイトルの書式設定</a:t>
            </a:r>
            <a:endParaRPr kumimoji="1" lang="ja-JP" altLang="en-US" dirty="0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A1421F14-6942-47BE-B5D9-E7959C3AA45F}"/>
              </a:ext>
            </a:extLst>
          </p:cNvPr>
          <p:cNvSpPr txBox="1"/>
          <p:nvPr userDrawn="1"/>
        </p:nvSpPr>
        <p:spPr>
          <a:xfrm>
            <a:off x="1209675" y="12727673"/>
            <a:ext cx="6252111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altLang="ja-JP" sz="1500" dirty="0">
                <a:solidFill>
                  <a:schemeClr val="bg2"/>
                </a:solidFill>
                <a:latin typeface="Haru TP R" panose="020B0500040000000000" pitchFamily="34" charset="-128"/>
                <a:ea typeface="Haru TP R" panose="020B0500040000000000" pitchFamily="34" charset="-128"/>
              </a:rPr>
              <a:t>© SAKURA internet Inc.</a:t>
            </a:r>
            <a:endParaRPr lang="ja-JP" altLang="en-US" sz="1500" dirty="0">
              <a:solidFill>
                <a:schemeClr val="bg2"/>
              </a:solidFill>
              <a:latin typeface="Haru TP R" panose="020B0500040000000000" pitchFamily="34" charset="-128"/>
              <a:ea typeface="Haru TP R" panose="020B050004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08254539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873" userDrawn="1">
          <p15:clr>
            <a:srgbClr val="FBAE40"/>
          </p15:clr>
        </p15:guide>
        <p15:guide id="2" pos="2327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カラ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0AD306F-D01E-484F-A01D-5BE66C3B06F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2650011" y="2142695"/>
            <a:ext cx="10514806" cy="1528855"/>
          </a:xfrm>
        </p:spPr>
        <p:txBody>
          <a:bodyPr anchor="t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kumimoji="1" lang="ja-JP" altLang="en-US" dirty="0"/>
          </a:p>
        </p:txBody>
      </p:sp>
      <p:sp>
        <p:nvSpPr>
          <p:cNvPr id="7" name="グラフ プレースホルダー 6">
            <a:extLst>
              <a:ext uri="{FF2B5EF4-FFF2-40B4-BE49-F238E27FC236}">
                <a16:creationId xmlns:a16="http://schemas.microsoft.com/office/drawing/2014/main" id="{21CAC4D3-0CF3-FA43-BCCA-F6ED48EB5147}"/>
              </a:ext>
            </a:extLst>
          </p:cNvPr>
          <p:cNvSpPr>
            <a:spLocks noGrp="1"/>
          </p:cNvSpPr>
          <p:nvPr>
            <p:ph type="chart" sz="quarter" idx="13"/>
          </p:nvPr>
        </p:nvSpPr>
        <p:spPr>
          <a:xfrm>
            <a:off x="1216801" y="2160444"/>
            <a:ext cx="10514806" cy="9864869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kumimoji="1" lang="ja-JP" altLang="en-US"/>
              <a:t>グラフを追加</a:t>
            </a:r>
            <a:endParaRPr kumimoji="1" lang="ja-JP" altLang="en-US" dirty="0"/>
          </a:p>
        </p:txBody>
      </p:sp>
      <p:sp>
        <p:nvSpPr>
          <p:cNvPr id="13" name="テキスト プレースホルダー 12">
            <a:extLst>
              <a:ext uri="{FF2B5EF4-FFF2-40B4-BE49-F238E27FC236}">
                <a16:creationId xmlns:a16="http://schemas.microsoft.com/office/drawing/2014/main" id="{C09A5033-CFBE-7A43-8BD6-7B114383682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217594" y="730251"/>
            <a:ext cx="10514013" cy="960436"/>
          </a:xfrm>
        </p:spPr>
        <p:txBody>
          <a:bodyPr anchor="t">
            <a:normAutofit/>
          </a:bodyPr>
          <a:lstStyle>
            <a:lvl1pPr marL="0" indent="0">
              <a:buNone/>
              <a:defRPr sz="5000">
                <a:solidFill>
                  <a:schemeClr val="tx1"/>
                </a:solidFill>
              </a:defRPr>
            </a:lvl1pPr>
          </a:lstStyle>
          <a:p>
            <a:endParaRPr kumimoji="1" lang="ja-JP" altLang="en-US" dirty="0"/>
          </a:p>
        </p:txBody>
      </p:sp>
      <p:sp>
        <p:nvSpPr>
          <p:cNvPr id="15" name="テキスト プレースホルダー 14">
            <a:extLst>
              <a:ext uri="{FF2B5EF4-FFF2-40B4-BE49-F238E27FC236}">
                <a16:creationId xmlns:a16="http://schemas.microsoft.com/office/drawing/2014/main" id="{9CF415C9-4309-FE4D-9061-C60C8F3E23B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2650011" y="8102600"/>
            <a:ext cx="10514806" cy="3922713"/>
          </a:xfrm>
        </p:spPr>
        <p:txBody>
          <a:bodyPr>
            <a:normAutofit/>
          </a:bodyPr>
          <a:lstStyle>
            <a:lvl1pPr marL="0" indent="0">
              <a:lnSpc>
                <a:spcPct val="125000"/>
              </a:lnSpc>
              <a:buNone/>
              <a:defRPr sz="4000">
                <a:solidFill>
                  <a:schemeClr val="tx1"/>
                </a:solidFill>
              </a:defRPr>
            </a:lvl1pPr>
          </a:lstStyle>
          <a:p>
            <a:endParaRPr kumimoji="1" lang="ja-JP" altLang="en-US" dirty="0"/>
          </a:p>
        </p:txBody>
      </p:sp>
      <p:sp>
        <p:nvSpPr>
          <p:cNvPr id="16" name="テキスト プレースホルダー 2">
            <a:extLst>
              <a:ext uri="{FF2B5EF4-FFF2-40B4-BE49-F238E27FC236}">
                <a16:creationId xmlns:a16="http://schemas.microsoft.com/office/drawing/2014/main" id="{96336265-B10C-2748-A7BD-CF0A7C22D8B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9535001" y="12557338"/>
            <a:ext cx="3630612" cy="474662"/>
          </a:xfrm>
        </p:spPr>
        <p:txBody>
          <a:bodyPr anchor="b"/>
          <a:lstStyle>
            <a:lvl1pPr marL="0" indent="0" algn="r">
              <a:buNone/>
              <a:defRPr sz="3000">
                <a:solidFill>
                  <a:schemeClr val="bg2"/>
                </a:solidFill>
              </a:defRPr>
            </a:lvl1pPr>
          </a:lstStyle>
          <a:p>
            <a:fld id="{B630EE90-82C7-7841-B0CF-2E0EAA96779E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  <p:sp>
        <p:nvSpPr>
          <p:cNvPr id="22" name="テキスト プレースホルダー 21">
            <a:extLst>
              <a:ext uri="{FF2B5EF4-FFF2-40B4-BE49-F238E27FC236}">
                <a16:creationId xmlns:a16="http://schemas.microsoft.com/office/drawing/2014/main" id="{B6C4E0AF-BC5E-6049-B88B-28322E6271CB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2650788" y="3671888"/>
            <a:ext cx="10514012" cy="4430712"/>
          </a:xfrm>
        </p:spPr>
        <p:txBody>
          <a:bodyPr/>
          <a:lstStyle>
            <a:lvl1pPr marL="0" indent="0">
              <a:buNone/>
              <a:defRPr>
                <a:solidFill>
                  <a:schemeClr val="tx1"/>
                </a:solidFill>
              </a:defRPr>
            </a:lvl1pPr>
          </a:lstStyle>
          <a:p>
            <a:endParaRPr kumimoji="1" lang="ja-JP" altLang="en-US" dirty="0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4DB15021-1E17-44A2-B719-4C7A06CD822C}"/>
              </a:ext>
            </a:extLst>
          </p:cNvPr>
          <p:cNvSpPr txBox="1"/>
          <p:nvPr userDrawn="1"/>
        </p:nvSpPr>
        <p:spPr>
          <a:xfrm>
            <a:off x="1209675" y="12727673"/>
            <a:ext cx="6252111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altLang="ja-JP" sz="1500" dirty="0">
                <a:solidFill>
                  <a:schemeClr val="bg2"/>
                </a:solidFill>
                <a:latin typeface="Haru TP R" panose="020B0500040000000000" pitchFamily="34" charset="-128"/>
                <a:ea typeface="Haru TP R" panose="020B0500040000000000" pitchFamily="34" charset="-128"/>
              </a:rPr>
              <a:t>© SAKURA internet Inc.</a:t>
            </a:r>
            <a:endParaRPr lang="ja-JP" altLang="en-US" sz="1500" dirty="0">
              <a:solidFill>
                <a:schemeClr val="bg2"/>
              </a:solidFill>
              <a:latin typeface="Haru TP R" panose="020B0500040000000000" pitchFamily="34" charset="-128"/>
              <a:ea typeface="Haru TP R" panose="020B050004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29667699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14597" userDrawn="1">
          <p15:clr>
            <a:srgbClr val="FBAE40"/>
          </p15:clr>
        </p15:guide>
        <p15:guide id="2" pos="762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小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テキスト プレースホルダー 12">
            <a:extLst>
              <a:ext uri="{FF2B5EF4-FFF2-40B4-BE49-F238E27FC236}">
                <a16:creationId xmlns:a16="http://schemas.microsoft.com/office/drawing/2014/main" id="{C09A5033-CFBE-7A43-8BD6-7B114383682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217594" y="730251"/>
            <a:ext cx="21948019" cy="960436"/>
          </a:xfrm>
        </p:spPr>
        <p:txBody>
          <a:bodyPr anchor="t">
            <a:normAutofit/>
          </a:bodyPr>
          <a:lstStyle>
            <a:lvl1pPr marL="0" indent="0">
              <a:buNone/>
              <a:defRPr sz="5000">
                <a:solidFill>
                  <a:schemeClr val="tx1"/>
                </a:solidFill>
              </a:defRPr>
            </a:lvl1pPr>
          </a:lstStyle>
          <a:p>
            <a:endParaRPr kumimoji="1" lang="ja-JP" altLang="en-US" dirty="0"/>
          </a:p>
        </p:txBody>
      </p:sp>
      <p:sp>
        <p:nvSpPr>
          <p:cNvPr id="16" name="テキスト プレースホルダー 2">
            <a:extLst>
              <a:ext uri="{FF2B5EF4-FFF2-40B4-BE49-F238E27FC236}">
                <a16:creationId xmlns:a16="http://schemas.microsoft.com/office/drawing/2014/main" id="{96336265-B10C-2748-A7BD-CF0A7C22D8B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9535001" y="12557338"/>
            <a:ext cx="3630612" cy="474662"/>
          </a:xfrm>
        </p:spPr>
        <p:txBody>
          <a:bodyPr anchor="b"/>
          <a:lstStyle>
            <a:lvl1pPr marL="0" indent="0" algn="r">
              <a:buNone/>
              <a:defRPr sz="3000">
                <a:solidFill>
                  <a:schemeClr val="bg2"/>
                </a:solidFill>
              </a:defRPr>
            </a:lvl1pPr>
          </a:lstStyle>
          <a:p>
            <a:fld id="{B630EE90-82C7-7841-B0CF-2E0EAA96779E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4DB15021-1E17-44A2-B719-4C7A06CD822C}"/>
              </a:ext>
            </a:extLst>
          </p:cNvPr>
          <p:cNvSpPr txBox="1"/>
          <p:nvPr userDrawn="1"/>
        </p:nvSpPr>
        <p:spPr>
          <a:xfrm>
            <a:off x="1209675" y="12727673"/>
            <a:ext cx="6252111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altLang="ja-JP" sz="1500" dirty="0">
                <a:solidFill>
                  <a:schemeClr val="bg2"/>
                </a:solidFill>
                <a:latin typeface="Haru TP R" panose="020B0500040000000000" pitchFamily="34" charset="-128"/>
                <a:ea typeface="Haru TP R" panose="020B0500040000000000" pitchFamily="34" charset="-128"/>
              </a:rPr>
              <a:t>© SAKURA internet Inc.</a:t>
            </a:r>
            <a:endParaRPr lang="ja-JP" altLang="en-US" sz="1500" dirty="0">
              <a:solidFill>
                <a:schemeClr val="bg2"/>
              </a:solidFill>
              <a:latin typeface="Haru TP R" panose="020B0500040000000000" pitchFamily="34" charset="-128"/>
              <a:ea typeface="Haru TP R" panose="020B050004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85948843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14597">
          <p15:clr>
            <a:srgbClr val="FBAE40"/>
          </p15:clr>
        </p15:guide>
        <p15:guide id="2" pos="762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背景画像（全面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図プレースホルダー 4">
            <a:extLst>
              <a:ext uri="{FF2B5EF4-FFF2-40B4-BE49-F238E27FC236}">
                <a16:creationId xmlns:a16="http://schemas.microsoft.com/office/drawing/2014/main" id="{82B3F3BA-63FF-6048-BC9B-3C1ED4BBCF58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0" y="0"/>
            <a:ext cx="24382412" cy="13716000"/>
          </a:xfrm>
        </p:spPr>
        <p:txBody>
          <a:bodyPr/>
          <a:lstStyle/>
          <a:p>
            <a:r>
              <a:rPr kumimoji="1" lang="ja-JP" altLang="en-US"/>
              <a:t>アイコンをクリックして図を追加</a:t>
            </a:r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" y="2244726"/>
            <a:ext cx="24382412" cy="4775200"/>
          </a:xfrm>
        </p:spPr>
        <p:txBody>
          <a:bodyPr anchor="b">
            <a:normAutofit/>
          </a:bodyPr>
          <a:lstStyle>
            <a:lvl1pPr algn="ctr">
              <a:defRPr sz="9000">
                <a:solidFill>
                  <a:schemeClr val="bg1"/>
                </a:solidFill>
                <a:latin typeface="Haru TP M" panose="020B0600050000000000" pitchFamily="34" charset="-128"/>
                <a:ea typeface="Haru TP M" panose="020B0600050000000000" pitchFamily="34" charset="-128"/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9BD8CB3D-D6A8-394B-B81F-4D8470C51F2B}"/>
              </a:ext>
            </a:extLst>
          </p:cNvPr>
          <p:cNvSpPr txBox="1"/>
          <p:nvPr userDrawn="1"/>
        </p:nvSpPr>
        <p:spPr>
          <a:xfrm>
            <a:off x="9065944" y="12727673"/>
            <a:ext cx="6252111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ja-JP" sz="1500" dirty="0">
                <a:solidFill>
                  <a:schemeClr val="bg1"/>
                </a:solidFill>
                <a:latin typeface="Haru TP R" panose="020B0500040000000000" pitchFamily="34" charset="-128"/>
                <a:ea typeface="Haru TP R" panose="020B0500040000000000" pitchFamily="34" charset="-128"/>
              </a:rPr>
              <a:t>© SAKURA Internet Inc.</a:t>
            </a:r>
            <a:endParaRPr lang="ja-JP" altLang="en-US" sz="1500">
              <a:solidFill>
                <a:schemeClr val="bg1"/>
              </a:solidFill>
              <a:latin typeface="Haru TP R" panose="020B0500040000000000" pitchFamily="34" charset="-128"/>
              <a:ea typeface="Haru TP R" panose="020B0500040000000000" pitchFamily="34" charset="-128"/>
            </a:endParaRPr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B9AE6F74-2B80-5D4B-A966-53802C6CE9F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161434" y="11450567"/>
            <a:ext cx="4136572" cy="723900"/>
          </a:xfrm>
          <a:prstGeom prst="rect">
            <a:avLst/>
          </a:prstGeom>
        </p:spPr>
      </p:pic>
      <p:sp>
        <p:nvSpPr>
          <p:cNvPr id="9" name="字幕 2">
            <a:extLst>
              <a:ext uri="{FF2B5EF4-FFF2-40B4-BE49-F238E27FC236}">
                <a16:creationId xmlns:a16="http://schemas.microsoft.com/office/drawing/2014/main" id="{71970434-6783-A54B-BC05-1212E2B0408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09675" y="7386934"/>
            <a:ext cx="21963063" cy="3311308"/>
          </a:xfrm>
        </p:spPr>
        <p:txBody>
          <a:bodyPr anchor="t" anchorCtr="1">
            <a:normAutofit/>
          </a:bodyPr>
          <a:lstStyle>
            <a:lvl1pPr marL="0" indent="0">
              <a:buNone/>
              <a:defRPr>
                <a:latin typeface="+mn-ea"/>
                <a:ea typeface="+mn-ea"/>
              </a:defRPr>
            </a:lvl1pPr>
          </a:lstStyle>
          <a:p>
            <a:r>
              <a:rPr lang="ja-JP" altLang="en-US" sz="4000">
                <a:solidFill>
                  <a:schemeClr val="bg1"/>
                </a:solidFill>
                <a:ea typeface="Haru TP R" panose="020B0500040000000000" pitchFamily="34" charset="-128"/>
              </a:rPr>
              <a:t>マスター サブタイトルの書式設定</a:t>
            </a:r>
            <a:endParaRPr lang="ja-JP" altLang="en-US" sz="4000" dirty="0">
              <a:solidFill>
                <a:schemeClr val="bg1"/>
              </a:solidFill>
              <a:latin typeface="Haru TP R" panose="020B0500040000000000" pitchFamily="34" charset="-128"/>
              <a:ea typeface="Haru TP R" panose="020B0500040000000000" pitchFamily="34" charset="-128"/>
            </a:endParaRPr>
          </a:p>
        </p:txBody>
      </p:sp>
      <p:sp>
        <p:nvSpPr>
          <p:cNvPr id="10" name="テキスト プレースホルダー 2">
            <a:extLst>
              <a:ext uri="{FF2B5EF4-FFF2-40B4-BE49-F238E27FC236}">
                <a16:creationId xmlns:a16="http://schemas.microsoft.com/office/drawing/2014/main" id="{4B17F8A1-2466-7247-A0F3-C4FA18261D7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9535001" y="12557338"/>
            <a:ext cx="3630612" cy="474662"/>
          </a:xfrm>
        </p:spPr>
        <p:txBody>
          <a:bodyPr anchor="b"/>
          <a:lstStyle>
            <a:lvl1pPr marL="0" indent="0" algn="r">
              <a:buNone/>
              <a:defRPr sz="3000">
                <a:latin typeface="+mj-lt"/>
              </a:defRPr>
            </a:lvl1pPr>
          </a:lstStyle>
          <a:p>
            <a:fld id="{B630EE90-82C7-7841-B0CF-2E0EAA96779E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16E7010C-EC2B-4045-A2D1-CFE557EF81AB}"/>
              </a:ext>
            </a:extLst>
          </p:cNvPr>
          <p:cNvSpPr txBox="1"/>
          <p:nvPr userDrawn="1"/>
        </p:nvSpPr>
        <p:spPr>
          <a:xfrm>
            <a:off x="1209675" y="12727673"/>
            <a:ext cx="6252111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altLang="ja-JP" sz="1500" dirty="0">
                <a:solidFill>
                  <a:schemeClr val="bg1"/>
                </a:solidFill>
                <a:latin typeface="Haru TP R" panose="020B0500040000000000" pitchFamily="34" charset="-128"/>
                <a:ea typeface="Haru TP R" panose="020B0500040000000000" pitchFamily="34" charset="-128"/>
              </a:rPr>
              <a:t>© SAKURA internet Inc.</a:t>
            </a:r>
            <a:endParaRPr lang="ja-JP" altLang="en-US" sz="1500" dirty="0">
              <a:solidFill>
                <a:schemeClr val="bg1"/>
              </a:solidFill>
              <a:latin typeface="Haru TP R" panose="020B0500040000000000" pitchFamily="34" charset="-128"/>
              <a:ea typeface="Haru TP R" panose="020B050004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6083434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背景画像（左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図プレースホルダー 3">
            <a:extLst>
              <a:ext uri="{FF2B5EF4-FFF2-40B4-BE49-F238E27FC236}">
                <a16:creationId xmlns:a16="http://schemas.microsoft.com/office/drawing/2014/main" id="{1B325582-21CD-0A47-A61F-66C5FFC2B11A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0" y="0"/>
            <a:ext cx="12190413" cy="13716000"/>
          </a:xfrm>
        </p:spPr>
        <p:txBody>
          <a:bodyPr/>
          <a:lstStyle/>
          <a:p>
            <a:r>
              <a:rPr kumimoji="1" lang="ja-JP" altLang="en-US"/>
              <a:t>アイコンをクリックして図を追加</a:t>
            </a:r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60AD306F-D01E-484F-A01D-5BE66C3B06F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2650011" y="2142695"/>
            <a:ext cx="10514806" cy="1528855"/>
          </a:xfrm>
        </p:spPr>
        <p:txBody>
          <a:bodyPr anchor="t">
            <a:normAutofit/>
          </a:bodyPr>
          <a:lstStyle>
            <a:lvl1pPr>
              <a:defRPr sz="7500">
                <a:solidFill>
                  <a:schemeClr val="tx1"/>
                </a:solidFill>
              </a:defRPr>
            </a:lvl1pPr>
          </a:lstStyle>
          <a:p>
            <a:endParaRPr kumimoji="1" lang="ja-JP" altLang="en-US" dirty="0"/>
          </a:p>
        </p:txBody>
      </p:sp>
      <p:sp>
        <p:nvSpPr>
          <p:cNvPr id="15" name="テキスト プレースホルダー 14">
            <a:extLst>
              <a:ext uri="{FF2B5EF4-FFF2-40B4-BE49-F238E27FC236}">
                <a16:creationId xmlns:a16="http://schemas.microsoft.com/office/drawing/2014/main" id="{9CF415C9-4309-FE4D-9061-C60C8F3E23B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2650011" y="8102600"/>
            <a:ext cx="10514806" cy="3922713"/>
          </a:xfrm>
        </p:spPr>
        <p:txBody>
          <a:bodyPr>
            <a:normAutofit/>
          </a:bodyPr>
          <a:lstStyle>
            <a:lvl1pPr marL="0" indent="0">
              <a:lnSpc>
                <a:spcPct val="125000"/>
              </a:lnSpc>
              <a:buNone/>
              <a:defRPr sz="4000">
                <a:solidFill>
                  <a:schemeClr val="tx1"/>
                </a:solidFill>
              </a:defRPr>
            </a:lvl1pPr>
          </a:lstStyle>
          <a:p>
            <a:endParaRPr kumimoji="1" lang="ja-JP" altLang="en-US" dirty="0"/>
          </a:p>
        </p:txBody>
      </p:sp>
      <p:sp>
        <p:nvSpPr>
          <p:cNvPr id="16" name="テキスト プレースホルダー 2">
            <a:extLst>
              <a:ext uri="{FF2B5EF4-FFF2-40B4-BE49-F238E27FC236}">
                <a16:creationId xmlns:a16="http://schemas.microsoft.com/office/drawing/2014/main" id="{96336265-B10C-2748-A7BD-CF0A7C22D8B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9535001" y="12557338"/>
            <a:ext cx="3630612" cy="474662"/>
          </a:xfrm>
        </p:spPr>
        <p:txBody>
          <a:bodyPr anchor="b"/>
          <a:lstStyle>
            <a:lvl1pPr marL="0" indent="0" algn="r">
              <a:buNone/>
              <a:defRPr sz="3000">
                <a:solidFill>
                  <a:schemeClr val="bg2"/>
                </a:solidFill>
              </a:defRPr>
            </a:lvl1pPr>
          </a:lstStyle>
          <a:p>
            <a:fld id="{B630EE90-82C7-7841-B0CF-2E0EAA96779E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  <p:sp>
        <p:nvSpPr>
          <p:cNvPr id="22" name="テキスト プレースホルダー 21">
            <a:extLst>
              <a:ext uri="{FF2B5EF4-FFF2-40B4-BE49-F238E27FC236}">
                <a16:creationId xmlns:a16="http://schemas.microsoft.com/office/drawing/2014/main" id="{B6C4E0AF-BC5E-6049-B88B-28322E6271CB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2650788" y="3671888"/>
            <a:ext cx="10514012" cy="4430712"/>
          </a:xfrm>
        </p:spPr>
        <p:txBody>
          <a:bodyPr>
            <a:normAutofit/>
          </a:bodyPr>
          <a:lstStyle>
            <a:lvl1pPr marL="0" indent="0">
              <a:buNone/>
              <a:defRPr sz="6000">
                <a:solidFill>
                  <a:schemeClr val="tx1"/>
                </a:solidFill>
              </a:defRPr>
            </a:lvl1pPr>
          </a:lstStyle>
          <a:p>
            <a:endParaRPr kumimoji="1" lang="ja-JP" altLang="en-US" dirty="0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78BDED08-B1A3-42CA-8A01-157959BFE5DD}"/>
              </a:ext>
            </a:extLst>
          </p:cNvPr>
          <p:cNvSpPr txBox="1"/>
          <p:nvPr userDrawn="1"/>
        </p:nvSpPr>
        <p:spPr>
          <a:xfrm>
            <a:off x="1209675" y="12727673"/>
            <a:ext cx="6252111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altLang="ja-JP" sz="1500" dirty="0">
                <a:solidFill>
                  <a:schemeClr val="bg1"/>
                </a:solidFill>
                <a:latin typeface="Haru TP R" panose="020B0500040000000000" pitchFamily="34" charset="-128"/>
                <a:ea typeface="Haru TP R" panose="020B0500040000000000" pitchFamily="34" charset="-128"/>
              </a:rPr>
              <a:t>© SAKURA internet Inc.</a:t>
            </a:r>
            <a:endParaRPr lang="ja-JP" altLang="en-US" sz="1500" dirty="0">
              <a:solidFill>
                <a:schemeClr val="bg1"/>
              </a:solidFill>
              <a:latin typeface="Haru TP R" panose="020B0500040000000000" pitchFamily="34" charset="-128"/>
              <a:ea typeface="Haru TP R" panose="020B050004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76377111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14597">
          <p15:clr>
            <a:srgbClr val="FBAE40"/>
          </p15:clr>
        </p15:guide>
        <p15:guide id="2" pos="762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背景画像（右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図プレースホルダー 3">
            <a:extLst>
              <a:ext uri="{FF2B5EF4-FFF2-40B4-BE49-F238E27FC236}">
                <a16:creationId xmlns:a16="http://schemas.microsoft.com/office/drawing/2014/main" id="{1B325582-21CD-0A47-A61F-66C5FFC2B11A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206345" y="0"/>
            <a:ext cx="15177599" cy="13716000"/>
          </a:xfrm>
        </p:spPr>
        <p:txBody>
          <a:bodyPr/>
          <a:lstStyle/>
          <a:p>
            <a:r>
              <a:rPr kumimoji="1" lang="ja-JP" altLang="en-US"/>
              <a:t>アイコンをクリックして図を追加</a:t>
            </a:r>
          </a:p>
        </p:txBody>
      </p:sp>
      <p:sp>
        <p:nvSpPr>
          <p:cNvPr id="16" name="テキスト プレースホルダー 2">
            <a:extLst>
              <a:ext uri="{FF2B5EF4-FFF2-40B4-BE49-F238E27FC236}">
                <a16:creationId xmlns:a16="http://schemas.microsoft.com/office/drawing/2014/main" id="{96336265-B10C-2748-A7BD-CF0A7C22D8B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9535001" y="12557338"/>
            <a:ext cx="3630612" cy="474662"/>
          </a:xfrm>
        </p:spPr>
        <p:txBody>
          <a:bodyPr anchor="b"/>
          <a:lstStyle>
            <a:lvl1pPr marL="0" indent="0" algn="r">
              <a:buNone/>
              <a:defRPr sz="3000">
                <a:solidFill>
                  <a:schemeClr val="bg2"/>
                </a:solidFill>
              </a:defRPr>
            </a:lvl1pPr>
          </a:lstStyle>
          <a:p>
            <a:fld id="{B630EE90-82C7-7841-B0CF-2E0EAA96779E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  <p:sp>
        <p:nvSpPr>
          <p:cNvPr id="6" name="テキスト プレースホルダー 5">
            <a:extLst>
              <a:ext uri="{FF2B5EF4-FFF2-40B4-BE49-F238E27FC236}">
                <a16:creationId xmlns:a16="http://schemas.microsoft.com/office/drawing/2014/main" id="{D3A5B875-DBDA-E34B-AD4D-5EA970657369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1209675" y="4117765"/>
            <a:ext cx="21955938" cy="1528855"/>
          </a:xfrm>
        </p:spPr>
        <p:txBody>
          <a:bodyPr>
            <a:noAutofit/>
          </a:bodyPr>
          <a:lstStyle>
            <a:lvl1pPr marL="0" indent="0">
              <a:buNone/>
              <a:defRPr sz="12000"/>
            </a:lvl1pPr>
            <a:lvl5pPr marL="3657417" indent="0">
              <a:buNone/>
              <a:defRPr/>
            </a:lvl5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9" name="テキスト プレースホルダー 8">
            <a:extLst>
              <a:ext uri="{FF2B5EF4-FFF2-40B4-BE49-F238E27FC236}">
                <a16:creationId xmlns:a16="http://schemas.microsoft.com/office/drawing/2014/main" id="{CD06306D-F173-EC42-991E-1131CA0C84AF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1209675" y="6858000"/>
            <a:ext cx="21956713" cy="5029200"/>
          </a:xfrm>
        </p:spPr>
        <p:txBody>
          <a:bodyPr>
            <a:normAutofit/>
          </a:bodyPr>
          <a:lstStyle>
            <a:lvl1pPr marL="0" indent="0">
              <a:buNone/>
              <a:defRPr sz="7500">
                <a:latin typeface="+mj-lt"/>
              </a:defRPr>
            </a:lvl1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DAF54601-B2C2-4127-9682-5CDFC162432C}"/>
              </a:ext>
            </a:extLst>
          </p:cNvPr>
          <p:cNvSpPr txBox="1"/>
          <p:nvPr userDrawn="1"/>
        </p:nvSpPr>
        <p:spPr>
          <a:xfrm>
            <a:off x="1209675" y="12727673"/>
            <a:ext cx="6252111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altLang="ja-JP" sz="1500" dirty="0">
                <a:solidFill>
                  <a:schemeClr val="bg2"/>
                </a:solidFill>
                <a:latin typeface="Haru TP R" panose="020B0500040000000000" pitchFamily="34" charset="-128"/>
                <a:ea typeface="Haru TP R" panose="020B0500040000000000" pitchFamily="34" charset="-128"/>
              </a:rPr>
              <a:t>© SAKURA internet Inc.</a:t>
            </a:r>
            <a:endParaRPr lang="ja-JP" altLang="en-US" sz="1500" dirty="0">
              <a:solidFill>
                <a:schemeClr val="bg2"/>
              </a:solidFill>
              <a:latin typeface="Haru TP R" panose="020B0500040000000000" pitchFamily="34" charset="-128"/>
              <a:ea typeface="Haru TP R" panose="020B050004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81262064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14597">
          <p15:clr>
            <a:srgbClr val="FBAE40"/>
          </p15:clr>
        </p15:guide>
        <p15:guide id="2" pos="762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背景画像（下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図プレースホルダー 3">
            <a:extLst>
              <a:ext uri="{FF2B5EF4-FFF2-40B4-BE49-F238E27FC236}">
                <a16:creationId xmlns:a16="http://schemas.microsoft.com/office/drawing/2014/main" id="{446C969A-DE70-0744-8D0C-FA1C4F5D5F92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-1531" y="9144000"/>
            <a:ext cx="24383944" cy="4572000"/>
          </a:xfrm>
        </p:spPr>
        <p:txBody>
          <a:bodyPr/>
          <a:lstStyle/>
          <a:p>
            <a:r>
              <a:rPr kumimoji="1" lang="ja-JP" altLang="en-US"/>
              <a:t>アイコンをクリックして図を追加</a:t>
            </a:r>
          </a:p>
        </p:txBody>
      </p:sp>
      <p:sp>
        <p:nvSpPr>
          <p:cNvPr id="16" name="テキスト プレースホルダー 2">
            <a:extLst>
              <a:ext uri="{FF2B5EF4-FFF2-40B4-BE49-F238E27FC236}">
                <a16:creationId xmlns:a16="http://schemas.microsoft.com/office/drawing/2014/main" id="{96336265-B10C-2748-A7BD-CF0A7C22D8B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9535001" y="12557338"/>
            <a:ext cx="3630612" cy="474662"/>
          </a:xfrm>
        </p:spPr>
        <p:txBody>
          <a:bodyPr anchor="b"/>
          <a:lstStyle>
            <a:lvl1pPr marL="0" indent="0" algn="r">
              <a:buNone/>
              <a:defRPr sz="3000">
                <a:solidFill>
                  <a:schemeClr val="bg2"/>
                </a:solidFill>
              </a:defRPr>
            </a:lvl1pPr>
          </a:lstStyle>
          <a:p>
            <a:fld id="{B630EE90-82C7-7841-B0CF-2E0EAA96779E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  <p:sp>
        <p:nvSpPr>
          <p:cNvPr id="6" name="テキスト プレースホルダー 5">
            <a:extLst>
              <a:ext uri="{FF2B5EF4-FFF2-40B4-BE49-F238E27FC236}">
                <a16:creationId xmlns:a16="http://schemas.microsoft.com/office/drawing/2014/main" id="{F7796D4B-003D-AF41-B0B5-0BFEBACADED9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1209675" y="684001"/>
            <a:ext cx="21955938" cy="4962620"/>
          </a:xfrm>
        </p:spPr>
        <p:txBody>
          <a:bodyPr anchor="b">
            <a:noAutofit/>
          </a:bodyPr>
          <a:lstStyle>
            <a:lvl1pPr marL="0" indent="0">
              <a:buNone/>
              <a:defRPr sz="12000"/>
            </a:lvl1pPr>
            <a:lvl5pPr marL="3657417" indent="0">
              <a:buNone/>
              <a:defRPr/>
            </a:lvl5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9" name="テキスト プレースホルダー 8">
            <a:extLst>
              <a:ext uri="{FF2B5EF4-FFF2-40B4-BE49-F238E27FC236}">
                <a16:creationId xmlns:a16="http://schemas.microsoft.com/office/drawing/2014/main" id="{AC11F3BC-3B20-1849-9365-B686355C1B21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1209675" y="6857999"/>
            <a:ext cx="21956713" cy="4962619"/>
          </a:xfrm>
        </p:spPr>
        <p:txBody>
          <a:bodyPr>
            <a:normAutofit/>
          </a:bodyPr>
          <a:lstStyle>
            <a:lvl1pPr marL="0" indent="0">
              <a:buNone/>
              <a:defRPr sz="7500">
                <a:latin typeface="+mj-lt"/>
              </a:defRPr>
            </a:lvl1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1F421F29-D621-4D60-BD24-37B3512ADE62}"/>
              </a:ext>
            </a:extLst>
          </p:cNvPr>
          <p:cNvSpPr txBox="1"/>
          <p:nvPr userDrawn="1"/>
        </p:nvSpPr>
        <p:spPr>
          <a:xfrm>
            <a:off x="1209675" y="12727673"/>
            <a:ext cx="6252111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altLang="ja-JP" sz="1500" dirty="0">
                <a:solidFill>
                  <a:schemeClr val="bg1"/>
                </a:solidFill>
                <a:latin typeface="Haru TP R" panose="020B0500040000000000" pitchFamily="34" charset="-128"/>
                <a:ea typeface="Haru TP R" panose="020B0500040000000000" pitchFamily="34" charset="-128"/>
              </a:rPr>
              <a:t>© SAKURA internet Inc.</a:t>
            </a:r>
            <a:endParaRPr lang="ja-JP" altLang="en-US" sz="1500" dirty="0">
              <a:solidFill>
                <a:schemeClr val="bg1"/>
              </a:solidFill>
              <a:latin typeface="Haru TP R" panose="020B0500040000000000" pitchFamily="34" charset="-128"/>
              <a:ea typeface="Haru TP R" panose="020B050004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35283466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14597">
          <p15:clr>
            <a:srgbClr val="FBAE40"/>
          </p15:clr>
        </p15:guide>
        <p15:guide id="2" pos="762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（大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タイトル 1">
            <a:extLst>
              <a:ext uri="{FF2B5EF4-FFF2-40B4-BE49-F238E27FC236}">
                <a16:creationId xmlns:a16="http://schemas.microsoft.com/office/drawing/2014/main" id="{4FCD41FD-D407-4648-AF92-D9F38EB774B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09675" y="2244726"/>
            <a:ext cx="21963063" cy="4775200"/>
          </a:xfrm>
        </p:spPr>
        <p:txBody>
          <a:bodyPr anchor="b" anchorCtr="1">
            <a:normAutofit/>
          </a:bodyPr>
          <a:lstStyle>
            <a:lvl1pPr>
              <a:defRPr sz="15000">
                <a:latin typeface="+mn-ea"/>
                <a:ea typeface="+mn-ea"/>
              </a:defRPr>
            </a:lvl1pPr>
          </a:lstStyle>
          <a:p>
            <a:endParaRPr kumimoji="1" lang="ja-JP" altLang="en-US" sz="15000" dirty="0">
              <a:solidFill>
                <a:schemeClr val="bg1"/>
              </a:solidFill>
              <a:latin typeface="Haru TP R" panose="020B0500040000000000" pitchFamily="34" charset="-128"/>
              <a:ea typeface="Haru TP R" panose="020B0500040000000000" pitchFamily="34" charset="-128"/>
            </a:endParaRPr>
          </a:p>
        </p:txBody>
      </p:sp>
      <p:sp>
        <p:nvSpPr>
          <p:cNvPr id="12" name="字幕 2">
            <a:extLst>
              <a:ext uri="{FF2B5EF4-FFF2-40B4-BE49-F238E27FC236}">
                <a16:creationId xmlns:a16="http://schemas.microsoft.com/office/drawing/2014/main" id="{8465413E-E893-DE4A-A2C6-4EC88467D2C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09675" y="7386956"/>
            <a:ext cx="21963063" cy="3311524"/>
          </a:xfrm>
        </p:spPr>
        <p:txBody>
          <a:bodyPr anchor="t" anchorCtr="1">
            <a:normAutofit/>
          </a:bodyPr>
          <a:lstStyle>
            <a:lvl1pPr marL="0" indent="0">
              <a:buNone/>
              <a:defRPr>
                <a:solidFill>
                  <a:schemeClr val="bg1"/>
                </a:solidFill>
                <a:latin typeface="+mn-ea"/>
                <a:ea typeface="+mn-ea"/>
              </a:defRPr>
            </a:lvl1pPr>
          </a:lstStyle>
          <a:p>
            <a:endParaRPr kumimoji="1" lang="ja-JP" altLang="en-US" sz="5000" dirty="0">
              <a:solidFill>
                <a:schemeClr val="bg1"/>
              </a:solidFill>
              <a:latin typeface="Haru TP R" panose="020B0500040000000000" pitchFamily="34" charset="-128"/>
              <a:ea typeface="Haru TP R" panose="020B0500040000000000" pitchFamily="34" charset="-128"/>
            </a:endParaRPr>
          </a:p>
        </p:txBody>
      </p:sp>
      <p:pic>
        <p:nvPicPr>
          <p:cNvPr id="14" name="図 13">
            <a:extLst>
              <a:ext uri="{FF2B5EF4-FFF2-40B4-BE49-F238E27FC236}">
                <a16:creationId xmlns:a16="http://schemas.microsoft.com/office/drawing/2014/main" id="{9E609B3A-7660-D945-B2B5-12FE2816A38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161434" y="11450567"/>
            <a:ext cx="4136572" cy="723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93561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（標準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" y="2244726"/>
            <a:ext cx="24382412" cy="4775200"/>
          </a:xfrm>
        </p:spPr>
        <p:txBody>
          <a:bodyPr anchor="b">
            <a:normAutofit/>
          </a:bodyPr>
          <a:lstStyle>
            <a:lvl1pPr algn="ctr">
              <a:defRPr sz="9000">
                <a:solidFill>
                  <a:schemeClr val="bg1"/>
                </a:solidFill>
                <a:latin typeface="Haru TP M" panose="020B0600050000000000" pitchFamily="34" charset="-128"/>
                <a:ea typeface="Haru TP M" panose="020B0600050000000000" pitchFamily="34" charset="-128"/>
              </a:defRPr>
            </a:lvl1pPr>
          </a:lstStyle>
          <a:p>
            <a:endParaRPr lang="en-US" dirty="0"/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B9AE6F74-2B80-5D4B-A966-53802C6CE9F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161434" y="11450567"/>
            <a:ext cx="4136572" cy="723900"/>
          </a:xfrm>
          <a:prstGeom prst="rect">
            <a:avLst/>
          </a:prstGeom>
        </p:spPr>
      </p:pic>
      <p:sp>
        <p:nvSpPr>
          <p:cNvPr id="9" name="字幕 2">
            <a:extLst>
              <a:ext uri="{FF2B5EF4-FFF2-40B4-BE49-F238E27FC236}">
                <a16:creationId xmlns:a16="http://schemas.microsoft.com/office/drawing/2014/main" id="{71970434-6783-A54B-BC05-1212E2B0408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09675" y="7386934"/>
            <a:ext cx="21963063" cy="3311308"/>
          </a:xfrm>
        </p:spPr>
        <p:txBody>
          <a:bodyPr anchor="t" anchorCtr="1">
            <a:normAutofit/>
          </a:bodyPr>
          <a:lstStyle>
            <a:lvl1pPr marL="0" indent="0">
              <a:buNone/>
              <a:defRPr>
                <a:latin typeface="+mn-ea"/>
                <a:ea typeface="+mn-ea"/>
              </a:defRPr>
            </a:lvl1pPr>
          </a:lstStyle>
          <a:p>
            <a:endParaRPr lang="ja-JP" altLang="en-US" sz="4000" dirty="0">
              <a:solidFill>
                <a:schemeClr val="bg1"/>
              </a:solidFill>
              <a:latin typeface="Haru TP R" panose="020B0500040000000000" pitchFamily="34" charset="-128"/>
              <a:ea typeface="Haru TP R" panose="020B050004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09624260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セクショ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タイトル 1">
            <a:extLst>
              <a:ext uri="{FF2B5EF4-FFF2-40B4-BE49-F238E27FC236}">
                <a16:creationId xmlns:a16="http://schemas.microsoft.com/office/drawing/2014/main" id="{4FCD41FD-D407-4648-AF92-D9F38EB774B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09675" y="5731019"/>
            <a:ext cx="21963063" cy="2253962"/>
          </a:xfrm>
        </p:spPr>
        <p:txBody>
          <a:bodyPr anchor="ctr" anchorCtr="1">
            <a:normAutofit/>
          </a:bodyPr>
          <a:lstStyle>
            <a:lvl1pPr>
              <a:defRPr>
                <a:latin typeface="+mn-ea"/>
                <a:ea typeface="+mn-ea"/>
              </a:defRPr>
            </a:lvl1pPr>
          </a:lstStyle>
          <a:p>
            <a:endParaRPr kumimoji="1" lang="ja-JP" altLang="en-US" sz="15000" dirty="0">
              <a:solidFill>
                <a:schemeClr val="bg1"/>
              </a:solidFill>
              <a:latin typeface="Haru TP R" panose="020B0500040000000000" pitchFamily="34" charset="-128"/>
              <a:ea typeface="Haru TP R" panose="020B0500040000000000" pitchFamily="34" charset="-128"/>
            </a:endParaRP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40FC806-2E0D-4B4C-8913-761AFAAD54B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9535001" y="12557338"/>
            <a:ext cx="3630612" cy="474662"/>
          </a:xfrm>
        </p:spPr>
        <p:txBody>
          <a:bodyPr anchor="b"/>
          <a:lstStyle>
            <a:lvl1pPr marL="0" indent="0" algn="r">
              <a:buNone/>
              <a:defRPr sz="3000">
                <a:latin typeface="+mj-lt"/>
              </a:defRPr>
            </a:lvl1pPr>
          </a:lstStyle>
          <a:p>
            <a:fld id="{B630EE90-82C7-7841-B0CF-2E0EAA96779E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5745410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（大・プレーン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5B4BB2A-43AD-8348-9BFB-C9DA862BF36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209675" y="5730875"/>
            <a:ext cx="21963063" cy="2254250"/>
          </a:xfrm>
        </p:spPr>
        <p:txBody>
          <a:bodyPr anchor="ctr">
            <a:normAutofit/>
          </a:bodyPr>
          <a:lstStyle>
            <a:lvl1pPr marL="0" indent="0" algn="ctr">
              <a:buNone/>
              <a:defRPr sz="15000"/>
            </a:lvl1pPr>
          </a:lstStyle>
          <a:p>
            <a:pPr lvl="0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5287062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（標準・プレーン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5B4BB2A-43AD-8348-9BFB-C9DA862BF36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209675" y="5730875"/>
            <a:ext cx="21963063" cy="2254250"/>
          </a:xfrm>
        </p:spPr>
        <p:txBody>
          <a:bodyPr anchor="ctr">
            <a:normAutofit/>
          </a:bodyPr>
          <a:lstStyle>
            <a:lvl1pPr marL="0" indent="0" algn="ctr">
              <a:buNone/>
              <a:defRPr sz="9000"/>
            </a:lvl1pPr>
          </a:lstStyle>
          <a:p>
            <a:pPr lvl="0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5363599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エンディン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図 7">
            <a:extLst>
              <a:ext uri="{FF2B5EF4-FFF2-40B4-BE49-F238E27FC236}">
                <a16:creationId xmlns:a16="http://schemas.microsoft.com/office/drawing/2014/main" id="{9658F513-A30A-1346-B4BC-3A9F05B205E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161434" y="11450567"/>
            <a:ext cx="4136572" cy="723900"/>
          </a:xfrm>
          <a:prstGeom prst="rect">
            <a:avLst/>
          </a:prstGeom>
        </p:spPr>
      </p:pic>
      <p:sp>
        <p:nvSpPr>
          <p:cNvPr id="5" name="テキスト プレースホルダー 2">
            <a:extLst>
              <a:ext uri="{FF2B5EF4-FFF2-40B4-BE49-F238E27FC236}">
                <a16:creationId xmlns:a16="http://schemas.microsoft.com/office/drawing/2014/main" id="{0067E9A2-3096-7642-8912-B0F8CBD7948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209675" y="5730875"/>
            <a:ext cx="21963063" cy="2254250"/>
          </a:xfrm>
        </p:spPr>
        <p:txBody>
          <a:bodyPr anchor="ctr">
            <a:normAutofit/>
          </a:bodyPr>
          <a:lstStyle>
            <a:lvl1pPr marL="0" indent="0" algn="ctr">
              <a:buNone/>
              <a:defRPr sz="9000"/>
            </a:lvl1pPr>
          </a:lstStyle>
          <a:p>
            <a:pPr lvl="0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0727746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エンディング（プレーン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5B4BB2A-43AD-8348-9BFB-C9DA862BF36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209675" y="5730875"/>
            <a:ext cx="21963063" cy="2254250"/>
          </a:xfrm>
        </p:spPr>
        <p:txBody>
          <a:bodyPr anchor="ctr">
            <a:normAutofit/>
          </a:bodyPr>
          <a:lstStyle>
            <a:lvl1pPr marL="0" indent="0" algn="ctr">
              <a:buNone/>
              <a:defRPr sz="9000"/>
            </a:lvl1pPr>
          </a:lstStyle>
          <a:p>
            <a:pPr lvl="0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3745025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（大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タイトル 1">
            <a:extLst>
              <a:ext uri="{FF2B5EF4-FFF2-40B4-BE49-F238E27FC236}">
                <a16:creationId xmlns:a16="http://schemas.microsoft.com/office/drawing/2014/main" id="{4FCD41FD-D407-4648-AF92-D9F38EB774B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09675" y="2244726"/>
            <a:ext cx="21963063" cy="4775200"/>
          </a:xfrm>
        </p:spPr>
        <p:txBody>
          <a:bodyPr anchor="b" anchorCtr="1">
            <a:normAutofit/>
          </a:bodyPr>
          <a:lstStyle>
            <a:lvl1pPr>
              <a:defRPr sz="15000">
                <a:latin typeface="+mn-ea"/>
                <a:ea typeface="+mn-ea"/>
              </a:defRPr>
            </a:lvl1pPr>
          </a:lstStyle>
          <a:p>
            <a:endParaRPr kumimoji="1" lang="ja-JP" altLang="en-US" sz="15000" dirty="0">
              <a:solidFill>
                <a:schemeClr val="bg1"/>
              </a:solidFill>
              <a:latin typeface="Haru TP R" panose="020B0500040000000000" pitchFamily="34" charset="-128"/>
              <a:ea typeface="Haru TP R" panose="020B0500040000000000" pitchFamily="34" charset="-128"/>
            </a:endParaRPr>
          </a:p>
        </p:txBody>
      </p:sp>
      <p:sp>
        <p:nvSpPr>
          <p:cNvPr id="12" name="字幕 2">
            <a:extLst>
              <a:ext uri="{FF2B5EF4-FFF2-40B4-BE49-F238E27FC236}">
                <a16:creationId xmlns:a16="http://schemas.microsoft.com/office/drawing/2014/main" id="{8465413E-E893-DE4A-A2C6-4EC88467D2C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09675" y="7386956"/>
            <a:ext cx="21963063" cy="3311524"/>
          </a:xfrm>
        </p:spPr>
        <p:txBody>
          <a:bodyPr anchor="t" anchorCtr="1">
            <a:normAutofit/>
          </a:bodyPr>
          <a:lstStyle>
            <a:lvl1pPr marL="0" indent="0">
              <a:buNone/>
              <a:defRPr>
                <a:solidFill>
                  <a:schemeClr val="bg1"/>
                </a:solidFill>
                <a:latin typeface="+mn-ea"/>
                <a:ea typeface="+mn-ea"/>
              </a:defRPr>
            </a:lvl1pPr>
          </a:lstStyle>
          <a:p>
            <a:endParaRPr kumimoji="1" lang="ja-JP" altLang="en-US" sz="5000" dirty="0">
              <a:solidFill>
                <a:schemeClr val="bg1"/>
              </a:solidFill>
              <a:latin typeface="Haru TP R" panose="020B0500040000000000" pitchFamily="34" charset="-128"/>
              <a:ea typeface="Haru TP R" panose="020B0500040000000000" pitchFamily="34" charset="-128"/>
            </a:endParaRPr>
          </a:p>
        </p:txBody>
      </p:sp>
      <p:pic>
        <p:nvPicPr>
          <p:cNvPr id="14" name="図 13">
            <a:extLst>
              <a:ext uri="{FF2B5EF4-FFF2-40B4-BE49-F238E27FC236}">
                <a16:creationId xmlns:a16="http://schemas.microsoft.com/office/drawing/2014/main" id="{9E609B3A-7660-D945-B2B5-12FE2816A38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161434" y="11450567"/>
            <a:ext cx="4136572" cy="723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007562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（標準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" y="2244726"/>
            <a:ext cx="24382412" cy="4775200"/>
          </a:xfrm>
        </p:spPr>
        <p:txBody>
          <a:bodyPr anchor="b">
            <a:normAutofit/>
          </a:bodyPr>
          <a:lstStyle>
            <a:lvl1pPr algn="ctr">
              <a:defRPr sz="9000">
                <a:solidFill>
                  <a:schemeClr val="bg1"/>
                </a:solidFill>
                <a:latin typeface="Haru TP M" panose="020B0600050000000000" pitchFamily="34" charset="-128"/>
                <a:ea typeface="Haru TP M" panose="020B0600050000000000" pitchFamily="34" charset="-128"/>
              </a:defRPr>
            </a:lvl1pPr>
          </a:lstStyle>
          <a:p>
            <a:endParaRPr lang="en-US" dirty="0"/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B9AE6F74-2B80-5D4B-A966-53802C6CE9F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161434" y="11450567"/>
            <a:ext cx="4136572" cy="723900"/>
          </a:xfrm>
          <a:prstGeom prst="rect">
            <a:avLst/>
          </a:prstGeom>
        </p:spPr>
      </p:pic>
      <p:sp>
        <p:nvSpPr>
          <p:cNvPr id="9" name="字幕 2">
            <a:extLst>
              <a:ext uri="{FF2B5EF4-FFF2-40B4-BE49-F238E27FC236}">
                <a16:creationId xmlns:a16="http://schemas.microsoft.com/office/drawing/2014/main" id="{71970434-6783-A54B-BC05-1212E2B0408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09675" y="7386934"/>
            <a:ext cx="21963063" cy="3311308"/>
          </a:xfrm>
        </p:spPr>
        <p:txBody>
          <a:bodyPr anchor="t" anchorCtr="1">
            <a:normAutofit/>
          </a:bodyPr>
          <a:lstStyle>
            <a:lvl1pPr marL="0" indent="0">
              <a:buNone/>
              <a:defRPr>
                <a:latin typeface="+mn-ea"/>
                <a:ea typeface="+mn-ea"/>
              </a:defRPr>
            </a:lvl1pPr>
          </a:lstStyle>
          <a:p>
            <a:endParaRPr lang="ja-JP" altLang="en-US" sz="4000" dirty="0">
              <a:solidFill>
                <a:schemeClr val="bg1"/>
              </a:solidFill>
              <a:latin typeface="Haru TP R" panose="020B0500040000000000" pitchFamily="34" charset="-128"/>
              <a:ea typeface="Haru TP R" panose="020B050004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718605735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セクショ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タイトル 1">
            <a:extLst>
              <a:ext uri="{FF2B5EF4-FFF2-40B4-BE49-F238E27FC236}">
                <a16:creationId xmlns:a16="http://schemas.microsoft.com/office/drawing/2014/main" id="{4FCD41FD-D407-4648-AF92-D9F38EB774B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09675" y="5731019"/>
            <a:ext cx="21963063" cy="2253962"/>
          </a:xfrm>
        </p:spPr>
        <p:txBody>
          <a:bodyPr anchor="ctr" anchorCtr="1">
            <a:normAutofit/>
          </a:bodyPr>
          <a:lstStyle>
            <a:lvl1pPr>
              <a:defRPr>
                <a:latin typeface="+mn-ea"/>
                <a:ea typeface="+mn-ea"/>
              </a:defRPr>
            </a:lvl1pPr>
          </a:lstStyle>
          <a:p>
            <a:endParaRPr kumimoji="1" lang="ja-JP" altLang="en-US" sz="15000" dirty="0">
              <a:solidFill>
                <a:schemeClr val="bg1"/>
              </a:solidFill>
              <a:latin typeface="Haru TP R" panose="020B0500040000000000" pitchFamily="34" charset="-128"/>
              <a:ea typeface="Haru TP R" panose="020B0500040000000000" pitchFamily="34" charset="-128"/>
            </a:endParaRP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40FC806-2E0D-4B4C-8913-761AFAAD54B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9535001" y="12557338"/>
            <a:ext cx="3630612" cy="474662"/>
          </a:xfrm>
        </p:spPr>
        <p:txBody>
          <a:bodyPr anchor="b"/>
          <a:lstStyle>
            <a:lvl1pPr marL="0" indent="0" algn="r">
              <a:buNone/>
              <a:defRPr sz="3000">
                <a:latin typeface="+mj-lt"/>
              </a:defRPr>
            </a:lvl1pPr>
          </a:lstStyle>
          <a:p>
            <a:fld id="{B630EE90-82C7-7841-B0CF-2E0EAA96779E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0377363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（大・プレーン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5B4BB2A-43AD-8348-9BFB-C9DA862BF36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209675" y="5730875"/>
            <a:ext cx="21963063" cy="2254250"/>
          </a:xfrm>
        </p:spPr>
        <p:txBody>
          <a:bodyPr anchor="ctr">
            <a:normAutofit/>
          </a:bodyPr>
          <a:lstStyle>
            <a:lvl1pPr marL="0" indent="0" algn="ctr">
              <a:buNone/>
              <a:defRPr sz="15000"/>
            </a:lvl1pPr>
          </a:lstStyle>
          <a:p>
            <a:pPr lvl="0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41058082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（標準・プレーン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5B4BB2A-43AD-8348-9BFB-C9DA862BF36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209675" y="5730875"/>
            <a:ext cx="21963063" cy="2254250"/>
          </a:xfrm>
        </p:spPr>
        <p:txBody>
          <a:bodyPr anchor="ctr">
            <a:normAutofit/>
          </a:bodyPr>
          <a:lstStyle>
            <a:lvl1pPr marL="0" indent="0" algn="ctr">
              <a:buNone/>
              <a:defRPr sz="9000"/>
            </a:lvl1pPr>
          </a:lstStyle>
          <a:p>
            <a:pPr lvl="0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30395830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エンディン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図 7">
            <a:extLst>
              <a:ext uri="{FF2B5EF4-FFF2-40B4-BE49-F238E27FC236}">
                <a16:creationId xmlns:a16="http://schemas.microsoft.com/office/drawing/2014/main" id="{9658F513-A30A-1346-B4BC-3A9F05B205E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161434" y="11450567"/>
            <a:ext cx="4136572" cy="723900"/>
          </a:xfrm>
          <a:prstGeom prst="rect">
            <a:avLst/>
          </a:prstGeom>
        </p:spPr>
      </p:pic>
      <p:sp>
        <p:nvSpPr>
          <p:cNvPr id="5" name="テキスト プレースホルダー 2">
            <a:extLst>
              <a:ext uri="{FF2B5EF4-FFF2-40B4-BE49-F238E27FC236}">
                <a16:creationId xmlns:a16="http://schemas.microsoft.com/office/drawing/2014/main" id="{3EC25E7D-E1F0-C34E-A142-0614AA333C0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209675" y="5730875"/>
            <a:ext cx="21963063" cy="2254250"/>
          </a:xfrm>
        </p:spPr>
        <p:txBody>
          <a:bodyPr anchor="ctr">
            <a:normAutofit/>
          </a:bodyPr>
          <a:lstStyle>
            <a:lvl1pPr marL="0" indent="0" algn="ctr">
              <a:buNone/>
              <a:defRPr sz="9000"/>
            </a:lvl1pPr>
          </a:lstStyle>
          <a:p>
            <a:pPr lvl="0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20141343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エンディング（プレーン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5B4BB2A-43AD-8348-9BFB-C9DA862BF36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209675" y="5730875"/>
            <a:ext cx="21963063" cy="2254250"/>
          </a:xfrm>
        </p:spPr>
        <p:txBody>
          <a:bodyPr anchor="ctr">
            <a:normAutofit/>
          </a:bodyPr>
          <a:lstStyle>
            <a:lvl1pPr marL="0" indent="0" algn="ctr">
              <a:buNone/>
              <a:defRPr sz="9000"/>
            </a:lvl1pPr>
          </a:lstStyle>
          <a:p>
            <a:pPr lvl="0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7229784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theme" Target="../theme/theme2.xml"/><Relationship Id="rId3" Type="http://schemas.openxmlformats.org/officeDocument/2006/relationships/slideLayout" Target="../slideLayouts/slideLayout12.xml"/><Relationship Id="rId7" Type="http://schemas.openxmlformats.org/officeDocument/2006/relationships/slideLayout" Target="../slideLayouts/slideLayout16.xml"/><Relationship Id="rId2" Type="http://schemas.openxmlformats.org/officeDocument/2006/relationships/slideLayout" Target="../slideLayouts/slideLayout11.xml"/><Relationship Id="rId1" Type="http://schemas.openxmlformats.org/officeDocument/2006/relationships/slideLayout" Target="../slideLayouts/slideLayout10.xml"/><Relationship Id="rId6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3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theme" Target="../theme/theme3.xml"/><Relationship Id="rId3" Type="http://schemas.openxmlformats.org/officeDocument/2006/relationships/slideLayout" Target="../slideLayouts/slideLayout19.xml"/><Relationship Id="rId7" Type="http://schemas.openxmlformats.org/officeDocument/2006/relationships/slideLayout" Target="../slideLayouts/slideLayout23.xml"/><Relationship Id="rId2" Type="http://schemas.openxmlformats.org/officeDocument/2006/relationships/slideLayout" Target="../slideLayouts/slideLayout18.xml"/><Relationship Id="rId1" Type="http://schemas.openxmlformats.org/officeDocument/2006/relationships/slideLayout" Target="../slideLayouts/slideLayout17.xml"/><Relationship Id="rId6" Type="http://schemas.openxmlformats.org/officeDocument/2006/relationships/slideLayout" Target="../slideLayouts/slideLayout22.xml"/><Relationship Id="rId5" Type="http://schemas.openxmlformats.org/officeDocument/2006/relationships/slideLayout" Target="../slideLayouts/slideLayout21.xml"/><Relationship Id="rId4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676291" y="730251"/>
            <a:ext cx="21029831" cy="265112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ja-JP" altLang="en-US" dirty="0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76291" y="3651250"/>
            <a:ext cx="21029831" cy="87026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ja-JP" altLang="en-US" dirty="0"/>
              <a:t>マスター テキストの書式設定
第 </a:t>
            </a:r>
            <a:r>
              <a:rPr lang="en-US" altLang="ja-JP" dirty="0"/>
              <a:t>2 </a:t>
            </a:r>
            <a:r>
              <a:rPr lang="ja-JP" altLang="en-US" dirty="0"/>
              <a:t>レベル
第 </a:t>
            </a:r>
            <a:r>
              <a:rPr lang="en-US" altLang="ja-JP" dirty="0"/>
              <a:t>3 </a:t>
            </a:r>
            <a:r>
              <a:rPr lang="ja-JP" altLang="en-US" dirty="0"/>
              <a:t>レベル
第 </a:t>
            </a:r>
            <a:r>
              <a:rPr lang="en-US" altLang="ja-JP" dirty="0"/>
              <a:t>4 </a:t>
            </a:r>
            <a:r>
              <a:rPr lang="ja-JP" altLang="en-US" dirty="0"/>
              <a:t>レベル
第 </a:t>
            </a:r>
            <a:r>
              <a:rPr lang="en-US" altLang="ja-JP" dirty="0"/>
              <a:t>5 </a:t>
            </a:r>
            <a:r>
              <a:rPr lang="ja-JP" altLang="en-US" dirty="0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676291" y="12712701"/>
            <a:ext cx="5486043" cy="7302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400">
                <a:solidFill>
                  <a:schemeClr val="bg2"/>
                </a:solidFill>
              </a:defRPr>
            </a:lvl1pPr>
          </a:lstStyle>
          <a:p>
            <a:fld id="{18D69C22-D09C-4C49-8D1D-97250173694B}" type="datetimeFigureOut">
              <a:rPr kumimoji="1" lang="ja-JP" altLang="en-US" smtClean="0"/>
              <a:pPr/>
              <a:t>2026/6/12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8076675" y="12712701"/>
            <a:ext cx="8229064" cy="7302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2400">
                <a:solidFill>
                  <a:schemeClr val="bg2"/>
                </a:solidFill>
              </a:defRPr>
            </a:lvl1pPr>
          </a:lstStyle>
          <a:p>
            <a:endParaRPr kumimoji="1" lang="ja-JP" alt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7220079" y="12712701"/>
            <a:ext cx="5486043" cy="7302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400">
                <a:solidFill>
                  <a:schemeClr val="bg2"/>
                </a:solidFill>
              </a:defRPr>
            </a:lvl1pPr>
          </a:lstStyle>
          <a:p>
            <a:fld id="{B630EE90-82C7-7841-B0CF-2E0EAA96779E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8633990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3" r:id="rId1"/>
    <p:sldLayoutId id="2147483754" r:id="rId2"/>
    <p:sldLayoutId id="2147483757" r:id="rId3"/>
    <p:sldLayoutId id="2147483763" r:id="rId4"/>
    <p:sldLayoutId id="2147483853" r:id="rId5"/>
    <p:sldLayoutId id="2147483829" r:id="rId6"/>
    <p:sldLayoutId id="2147483825" r:id="rId7"/>
    <p:sldLayoutId id="2147483826" r:id="rId8"/>
    <p:sldLayoutId id="2147483827" r:id="rId9"/>
  </p:sldLayoutIdLst>
  <p:txStyles>
    <p:titleStyle>
      <a:lvl1pPr algn="l" defTabSz="1828709" rtl="0" eaLnBrk="1" latinLnBrk="0" hangingPunct="1">
        <a:lnSpc>
          <a:spcPct val="90000"/>
        </a:lnSpc>
        <a:spcBef>
          <a:spcPct val="0"/>
        </a:spcBef>
        <a:buNone/>
        <a:defRPr kumimoji="1" sz="88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57177" indent="-457177" algn="l" defTabSz="1828709" rtl="0" eaLnBrk="1" latinLnBrk="0" hangingPunct="1">
        <a:lnSpc>
          <a:spcPct val="90000"/>
        </a:lnSpc>
        <a:spcBef>
          <a:spcPts val="2000"/>
        </a:spcBef>
        <a:buFont typeface="Arial" panose="020B0604020202020204" pitchFamily="34" charset="0"/>
        <a:buChar char="•"/>
        <a:defRPr kumimoji="1" sz="5600" kern="1200">
          <a:solidFill>
            <a:schemeClr val="tx1"/>
          </a:solidFill>
          <a:latin typeface="+mn-ea"/>
          <a:ea typeface="+mn-ea"/>
          <a:cs typeface="+mn-cs"/>
        </a:defRPr>
      </a:lvl1pPr>
      <a:lvl2pPr marL="1371531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4800" kern="1200">
          <a:solidFill>
            <a:schemeClr val="tx1"/>
          </a:solidFill>
          <a:latin typeface="+mn-lt"/>
          <a:ea typeface="+mn-ea"/>
          <a:cs typeface="+mn-cs"/>
        </a:defRPr>
      </a:lvl2pPr>
      <a:lvl3pPr marL="2285886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4000" kern="1200">
          <a:solidFill>
            <a:schemeClr val="tx1"/>
          </a:solidFill>
          <a:latin typeface="+mn-lt"/>
          <a:ea typeface="+mn-ea"/>
          <a:cs typeface="+mn-cs"/>
        </a:defRPr>
      </a:lvl3pPr>
      <a:lvl4pPr marL="3200240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4pPr>
      <a:lvl5pPr marL="4114594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5pPr>
      <a:lvl6pPr marL="5028949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6pPr>
      <a:lvl7pPr marL="5943303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7pPr>
      <a:lvl8pPr marL="6857657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8pPr>
      <a:lvl9pPr marL="7772011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1pPr>
      <a:lvl2pPr marL="914354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2pPr>
      <a:lvl3pPr marL="1828709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3pPr>
      <a:lvl4pPr marL="2743063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4pPr>
      <a:lvl5pPr marL="3657417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5pPr>
      <a:lvl6pPr marL="4571771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6pPr>
      <a:lvl7pPr marL="5486126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7pPr>
      <a:lvl8pPr marL="6400480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8pPr>
      <a:lvl9pPr marL="7314834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676291" y="730251"/>
            <a:ext cx="21029831" cy="265112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ja-JP" altLang="en-US" dirty="0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76291" y="3651250"/>
            <a:ext cx="21029831" cy="87026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ja-JP" altLang="en-US" dirty="0"/>
              <a:t>マスター テキストの書式設定
第 </a:t>
            </a:r>
            <a:r>
              <a:rPr lang="en-US" altLang="ja-JP" dirty="0"/>
              <a:t>2 </a:t>
            </a:r>
            <a:r>
              <a:rPr lang="ja-JP" altLang="en-US" dirty="0"/>
              <a:t>レベル
第 </a:t>
            </a:r>
            <a:r>
              <a:rPr lang="en-US" altLang="ja-JP" dirty="0"/>
              <a:t>3 </a:t>
            </a:r>
            <a:r>
              <a:rPr lang="ja-JP" altLang="en-US" dirty="0"/>
              <a:t>レベル
第 </a:t>
            </a:r>
            <a:r>
              <a:rPr lang="en-US" altLang="ja-JP" dirty="0"/>
              <a:t>4 </a:t>
            </a:r>
            <a:r>
              <a:rPr lang="ja-JP" altLang="en-US" dirty="0"/>
              <a:t>レベル
第 </a:t>
            </a:r>
            <a:r>
              <a:rPr lang="en-US" altLang="ja-JP" dirty="0"/>
              <a:t>5 </a:t>
            </a:r>
            <a:r>
              <a:rPr lang="ja-JP" altLang="en-US" dirty="0"/>
              <a:t>レベル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7220079" y="12712701"/>
            <a:ext cx="5486043" cy="7302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400">
                <a:solidFill>
                  <a:schemeClr val="bg1"/>
                </a:solidFill>
              </a:defRPr>
            </a:lvl1pPr>
          </a:lstStyle>
          <a:p>
            <a:fld id="{B630EE90-82C7-7841-B0CF-2E0EAA96779E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5DB75DB7-AF87-4120-8D0B-B2D3EB88CDF5}"/>
              </a:ext>
            </a:extLst>
          </p:cNvPr>
          <p:cNvSpPr txBox="1"/>
          <p:nvPr userDrawn="1"/>
        </p:nvSpPr>
        <p:spPr>
          <a:xfrm>
            <a:off x="9065944" y="12727673"/>
            <a:ext cx="6252111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ja-JP" sz="1500" dirty="0">
                <a:solidFill>
                  <a:schemeClr val="bg1"/>
                </a:solidFill>
                <a:latin typeface="Haru TP R" panose="020B0500040000000000" pitchFamily="34" charset="-128"/>
                <a:ea typeface="Haru TP R" panose="020B0500040000000000" pitchFamily="34" charset="-128"/>
              </a:rPr>
              <a:t>© SAKURA internet Inc.</a:t>
            </a:r>
            <a:endParaRPr lang="ja-JP" altLang="en-US" sz="1500" dirty="0">
              <a:solidFill>
                <a:schemeClr val="bg1"/>
              </a:solidFill>
              <a:latin typeface="Haru TP R" panose="020B0500040000000000" pitchFamily="34" charset="-128"/>
              <a:ea typeface="Haru TP R" panose="020B050004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29458901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68" r:id="rId1"/>
    <p:sldLayoutId id="2147483774" r:id="rId2"/>
    <p:sldLayoutId id="2147483777" r:id="rId3"/>
    <p:sldLayoutId id="2147483828" r:id="rId4"/>
    <p:sldLayoutId id="2147483830" r:id="rId5"/>
    <p:sldLayoutId id="2147483788" r:id="rId6"/>
    <p:sldLayoutId id="2147483831" r:id="rId7"/>
  </p:sldLayoutIdLst>
  <p:txStyles>
    <p:titleStyle>
      <a:lvl1pPr algn="l" defTabSz="1828709" rtl="0" eaLnBrk="1" latinLnBrk="0" hangingPunct="1">
        <a:lnSpc>
          <a:spcPct val="90000"/>
        </a:lnSpc>
        <a:spcBef>
          <a:spcPct val="0"/>
        </a:spcBef>
        <a:buNone/>
        <a:defRPr kumimoji="1" sz="8800" kern="1200">
          <a:solidFill>
            <a:schemeClr val="bg1"/>
          </a:solidFill>
          <a:latin typeface="+mj-ea"/>
          <a:ea typeface="+mj-ea"/>
          <a:cs typeface="+mj-cs"/>
        </a:defRPr>
      </a:lvl1pPr>
    </p:titleStyle>
    <p:bodyStyle>
      <a:lvl1pPr marL="457177" indent="-457177" algn="l" defTabSz="1828709" rtl="0" eaLnBrk="1" latinLnBrk="0" hangingPunct="1">
        <a:lnSpc>
          <a:spcPct val="90000"/>
        </a:lnSpc>
        <a:spcBef>
          <a:spcPts val="2000"/>
        </a:spcBef>
        <a:buFont typeface="Arial" panose="020B0604020202020204" pitchFamily="34" charset="0"/>
        <a:buChar char="•"/>
        <a:defRPr kumimoji="1" sz="5600" kern="1200">
          <a:solidFill>
            <a:schemeClr val="bg1"/>
          </a:solidFill>
          <a:latin typeface="+mn-ea"/>
          <a:ea typeface="+mn-ea"/>
          <a:cs typeface="+mn-cs"/>
        </a:defRPr>
      </a:lvl1pPr>
      <a:lvl2pPr marL="1371531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4800" kern="1200">
          <a:solidFill>
            <a:schemeClr val="tx1"/>
          </a:solidFill>
          <a:latin typeface="+mn-lt"/>
          <a:ea typeface="+mn-ea"/>
          <a:cs typeface="+mn-cs"/>
        </a:defRPr>
      </a:lvl2pPr>
      <a:lvl3pPr marL="2285886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4000" kern="1200">
          <a:solidFill>
            <a:schemeClr val="tx1"/>
          </a:solidFill>
          <a:latin typeface="+mn-lt"/>
          <a:ea typeface="+mn-ea"/>
          <a:cs typeface="+mn-cs"/>
        </a:defRPr>
      </a:lvl3pPr>
      <a:lvl4pPr marL="3200240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4pPr>
      <a:lvl5pPr marL="4114594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5pPr>
      <a:lvl6pPr marL="5028949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6pPr>
      <a:lvl7pPr marL="5943303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7pPr>
      <a:lvl8pPr marL="6857657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8pPr>
      <a:lvl9pPr marL="7772011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1pPr>
      <a:lvl2pPr marL="914354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2pPr>
      <a:lvl3pPr marL="1828709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3pPr>
      <a:lvl4pPr marL="2743063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4pPr>
      <a:lvl5pPr marL="3657417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5pPr>
      <a:lvl6pPr marL="4571771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6pPr>
      <a:lvl7pPr marL="5486126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7pPr>
      <a:lvl8pPr marL="6400480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8pPr>
      <a:lvl9pPr marL="7314834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676291" y="730251"/>
            <a:ext cx="21029831" cy="265112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ja-JP" altLang="en-US" dirty="0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76291" y="3651250"/>
            <a:ext cx="21029831" cy="87026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ja-JP" altLang="en-US" dirty="0"/>
              <a:t>マスター テキストの書式設定
第 </a:t>
            </a:r>
            <a:r>
              <a:rPr lang="en-US" altLang="ja-JP" dirty="0"/>
              <a:t>2 </a:t>
            </a:r>
            <a:r>
              <a:rPr lang="ja-JP" altLang="en-US" dirty="0"/>
              <a:t>レベル
第 </a:t>
            </a:r>
            <a:r>
              <a:rPr lang="en-US" altLang="ja-JP" dirty="0"/>
              <a:t>3 </a:t>
            </a:r>
            <a:r>
              <a:rPr lang="ja-JP" altLang="en-US" dirty="0"/>
              <a:t>レベル
第 </a:t>
            </a:r>
            <a:r>
              <a:rPr lang="en-US" altLang="ja-JP" dirty="0"/>
              <a:t>4 </a:t>
            </a:r>
            <a:r>
              <a:rPr lang="ja-JP" altLang="en-US" dirty="0"/>
              <a:t>レベル
第 </a:t>
            </a:r>
            <a:r>
              <a:rPr lang="en-US" altLang="ja-JP" dirty="0"/>
              <a:t>5 </a:t>
            </a:r>
            <a:r>
              <a:rPr lang="ja-JP" altLang="en-US" dirty="0"/>
              <a:t>レベル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7220079" y="12712701"/>
            <a:ext cx="5486043" cy="7302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400">
                <a:solidFill>
                  <a:schemeClr val="bg1"/>
                </a:solidFill>
              </a:defRPr>
            </a:lvl1pPr>
          </a:lstStyle>
          <a:p>
            <a:fld id="{B630EE90-82C7-7841-B0CF-2E0EAA96779E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44C0E76B-A019-4312-80F2-2D372D6D1CA7}"/>
              </a:ext>
            </a:extLst>
          </p:cNvPr>
          <p:cNvSpPr txBox="1"/>
          <p:nvPr userDrawn="1"/>
        </p:nvSpPr>
        <p:spPr>
          <a:xfrm>
            <a:off x="9065944" y="12727673"/>
            <a:ext cx="6252111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ja-JP" sz="1500" dirty="0">
                <a:solidFill>
                  <a:schemeClr val="bg1"/>
                </a:solidFill>
                <a:latin typeface="Haru TP R" panose="020B0500040000000000" pitchFamily="34" charset="-128"/>
                <a:ea typeface="Haru TP R" panose="020B0500040000000000" pitchFamily="34" charset="-128"/>
              </a:rPr>
              <a:t>© SAKURA internet Inc.</a:t>
            </a:r>
            <a:endParaRPr lang="ja-JP" altLang="en-US" sz="1500" dirty="0">
              <a:solidFill>
                <a:schemeClr val="bg1"/>
              </a:solidFill>
              <a:latin typeface="Haru TP R" panose="020B0500040000000000" pitchFamily="34" charset="-128"/>
              <a:ea typeface="Haru TP R" panose="020B050004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405493814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20" r:id="rId1"/>
    <p:sldLayoutId id="2147483821" r:id="rId2"/>
    <p:sldLayoutId id="2147483822" r:id="rId3"/>
    <p:sldLayoutId id="2147483850" r:id="rId4"/>
    <p:sldLayoutId id="2147483851" r:id="rId5"/>
    <p:sldLayoutId id="2147483823" r:id="rId6"/>
    <p:sldLayoutId id="2147483852" r:id="rId7"/>
  </p:sldLayoutIdLst>
  <p:txStyles>
    <p:titleStyle>
      <a:lvl1pPr algn="l" defTabSz="1828709" rtl="0" eaLnBrk="1" latinLnBrk="0" hangingPunct="1">
        <a:lnSpc>
          <a:spcPct val="90000"/>
        </a:lnSpc>
        <a:spcBef>
          <a:spcPct val="0"/>
        </a:spcBef>
        <a:buNone/>
        <a:defRPr kumimoji="1" sz="8800" kern="1200">
          <a:solidFill>
            <a:schemeClr val="bg1"/>
          </a:solidFill>
          <a:latin typeface="+mj-ea"/>
          <a:ea typeface="+mj-ea"/>
          <a:cs typeface="+mj-cs"/>
        </a:defRPr>
      </a:lvl1pPr>
    </p:titleStyle>
    <p:bodyStyle>
      <a:lvl1pPr marL="457177" indent="-457177" algn="l" defTabSz="1828709" rtl="0" eaLnBrk="1" latinLnBrk="0" hangingPunct="1">
        <a:lnSpc>
          <a:spcPct val="90000"/>
        </a:lnSpc>
        <a:spcBef>
          <a:spcPts val="2000"/>
        </a:spcBef>
        <a:buFont typeface="Arial" panose="020B0604020202020204" pitchFamily="34" charset="0"/>
        <a:buChar char="•"/>
        <a:defRPr kumimoji="1" sz="5600" kern="1200">
          <a:solidFill>
            <a:schemeClr val="bg1"/>
          </a:solidFill>
          <a:latin typeface="+mn-ea"/>
          <a:ea typeface="+mn-ea"/>
          <a:cs typeface="+mn-cs"/>
        </a:defRPr>
      </a:lvl1pPr>
      <a:lvl2pPr marL="1371531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4800" kern="1200">
          <a:solidFill>
            <a:schemeClr val="tx1"/>
          </a:solidFill>
          <a:latin typeface="+mn-lt"/>
          <a:ea typeface="+mn-ea"/>
          <a:cs typeface="+mn-cs"/>
        </a:defRPr>
      </a:lvl2pPr>
      <a:lvl3pPr marL="2285886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4000" kern="1200">
          <a:solidFill>
            <a:schemeClr val="tx1"/>
          </a:solidFill>
          <a:latin typeface="+mn-lt"/>
          <a:ea typeface="+mn-ea"/>
          <a:cs typeface="+mn-cs"/>
        </a:defRPr>
      </a:lvl3pPr>
      <a:lvl4pPr marL="3200240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4pPr>
      <a:lvl5pPr marL="4114594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5pPr>
      <a:lvl6pPr marL="5028949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6pPr>
      <a:lvl7pPr marL="5943303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7pPr>
      <a:lvl8pPr marL="6857657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8pPr>
      <a:lvl9pPr marL="7772011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1pPr>
      <a:lvl2pPr marL="914354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2pPr>
      <a:lvl3pPr marL="1828709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3pPr>
      <a:lvl4pPr marL="2743063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4pPr>
      <a:lvl5pPr marL="3657417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5pPr>
      <a:lvl6pPr marL="4571771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6pPr>
      <a:lvl7pPr marL="5486126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7pPr>
      <a:lvl8pPr marL="6400480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8pPr>
      <a:lvl9pPr marL="7314834" algn="l" defTabSz="1828709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svg"/><Relationship Id="rId3" Type="http://schemas.openxmlformats.org/officeDocument/2006/relationships/image" Target="../media/image4.svg"/><Relationship Id="rId7" Type="http://schemas.openxmlformats.org/officeDocument/2006/relationships/image" Target="../media/image8.svg"/><Relationship Id="rId2" Type="http://schemas.openxmlformats.org/officeDocument/2006/relationships/image" Target="../media/image3.svg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7.svg"/><Relationship Id="rId5" Type="http://schemas.openxmlformats.org/officeDocument/2006/relationships/image" Target="../media/image6.svg"/><Relationship Id="rId4" Type="http://schemas.openxmlformats.org/officeDocument/2006/relationships/image" Target="../media/image5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2A23A21B-CB13-AD57-6FF0-0F8D6D15B5C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r>
              <a:rPr lang="ja-JP" altLang="ja-JP" b="1" dirty="0"/>
              <a:t>画像管理支援システム</a:t>
            </a:r>
          </a:p>
        </p:txBody>
      </p:sp>
    </p:spTree>
    <p:extLst>
      <p:ext uri="{BB962C8B-B14F-4D97-AF65-F5344CB8AC3E}">
        <p14:creationId xmlns:p14="http://schemas.microsoft.com/office/powerpoint/2010/main" val="290773992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D98A1C5E-3717-0515-DF07-D7EC07E36EF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kumimoji="1" lang="ja-JP" altLang="en-US" dirty="0"/>
              <a:t>構成図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EDDF8FB-FAD8-84C9-00FA-810DF8FB3D9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 lnSpcReduction="10000"/>
          </a:bodyPr>
          <a:lstStyle/>
          <a:p>
            <a:endParaRPr kumimoji="1" lang="ja-JP" altLang="en-US"/>
          </a:p>
        </p:txBody>
      </p:sp>
      <p:pic>
        <p:nvPicPr>
          <p:cNvPr id="5" name="グラフィックス 4">
            <a:extLst>
              <a:ext uri="{FF2B5EF4-FFF2-40B4-BE49-F238E27FC236}">
                <a16:creationId xmlns:a16="http://schemas.microsoft.com/office/drawing/2014/main" id="{B3880868-382E-4AC9-32F7-F28691D35BE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469881" y="7383083"/>
            <a:ext cx="1440000" cy="1440000"/>
          </a:xfrm>
          <a:prstGeom prst="rect">
            <a:avLst/>
          </a:prstGeom>
        </p:spPr>
      </p:pic>
      <p:pic>
        <p:nvPicPr>
          <p:cNvPr id="6" name="グラフィックス 5">
            <a:extLst>
              <a:ext uri="{FF2B5EF4-FFF2-40B4-BE49-F238E27FC236}">
                <a16:creationId xmlns:a16="http://schemas.microsoft.com/office/drawing/2014/main" id="{97A09EAD-F0F0-5E7F-5DF7-7BA0A63C651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4348068" y="7383083"/>
            <a:ext cx="1440000" cy="1440000"/>
          </a:xfrm>
          <a:prstGeom prst="rect">
            <a:avLst/>
          </a:prstGeom>
        </p:spPr>
      </p:pic>
      <p:pic>
        <p:nvPicPr>
          <p:cNvPr id="7" name="グラフィックス 6">
            <a:extLst>
              <a:ext uri="{FF2B5EF4-FFF2-40B4-BE49-F238E27FC236}">
                <a16:creationId xmlns:a16="http://schemas.microsoft.com/office/drawing/2014/main" id="{7DC96729-01FD-BCD1-73B7-1C1CC2007A0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4348068" y="10229281"/>
            <a:ext cx="1440000" cy="1440000"/>
          </a:xfrm>
          <a:prstGeom prst="rect">
            <a:avLst/>
          </a:prstGeom>
        </p:spPr>
      </p:pic>
      <p:pic>
        <p:nvPicPr>
          <p:cNvPr id="8" name="グラフィックス 7">
            <a:extLst>
              <a:ext uri="{FF2B5EF4-FFF2-40B4-BE49-F238E27FC236}">
                <a16:creationId xmlns:a16="http://schemas.microsoft.com/office/drawing/2014/main" id="{E522FE0C-DF3D-F075-D0D5-84352E243FA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1469881" y="1690687"/>
            <a:ext cx="1440000" cy="1440000"/>
          </a:xfrm>
          <a:prstGeom prst="rect">
            <a:avLst/>
          </a:prstGeom>
        </p:spPr>
      </p:pic>
      <p:pic>
        <p:nvPicPr>
          <p:cNvPr id="9" name="グラフィックス 8">
            <a:extLst>
              <a:ext uri="{FF2B5EF4-FFF2-40B4-BE49-F238E27FC236}">
                <a16:creationId xmlns:a16="http://schemas.microsoft.com/office/drawing/2014/main" id="{A940BD57-6C7C-5A30-87EB-EE85A1DBB8C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149882" y="4176885"/>
            <a:ext cx="2160000" cy="2160000"/>
          </a:xfrm>
          <a:prstGeom prst="rect">
            <a:avLst/>
          </a:prstGeom>
        </p:spPr>
      </p:pic>
      <p:cxnSp>
        <p:nvCxnSpPr>
          <p:cNvPr id="10" name="コネクタ: カギ線 9">
            <a:extLst>
              <a:ext uri="{FF2B5EF4-FFF2-40B4-BE49-F238E27FC236}">
                <a16:creationId xmlns:a16="http://schemas.microsoft.com/office/drawing/2014/main" id="{51A3008E-6A9F-5086-F63A-863795834288}"/>
              </a:ext>
            </a:extLst>
          </p:cNvPr>
          <p:cNvCxnSpPr>
            <a:cxnSpLocks/>
            <a:stCxn id="7" idx="1"/>
            <a:endCxn id="5" idx="3"/>
          </p:cNvCxnSpPr>
          <p:nvPr/>
        </p:nvCxnSpPr>
        <p:spPr>
          <a:xfrm rot="10800000">
            <a:off x="12909882" y="8103083"/>
            <a:ext cx="1438187" cy="2846198"/>
          </a:xfrm>
          <a:prstGeom prst="bentConnector3">
            <a:avLst/>
          </a:prstGeom>
          <a:ln w="76200">
            <a:solidFill>
              <a:schemeClr val="bg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1" name="グラフィックス 10">
            <a:extLst>
              <a:ext uri="{FF2B5EF4-FFF2-40B4-BE49-F238E27FC236}">
                <a16:creationId xmlns:a16="http://schemas.microsoft.com/office/drawing/2014/main" id="{1C49E6CD-EF0B-AC43-5FA8-4EDA20221E1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1469881" y="10229281"/>
            <a:ext cx="1440000" cy="1440000"/>
          </a:xfrm>
          <a:prstGeom prst="rect">
            <a:avLst/>
          </a:prstGeom>
        </p:spPr>
      </p:pic>
      <p:pic>
        <p:nvPicPr>
          <p:cNvPr id="12" name="グラフィックス 11">
            <a:extLst>
              <a:ext uri="{FF2B5EF4-FFF2-40B4-BE49-F238E27FC236}">
                <a16:creationId xmlns:a16="http://schemas.microsoft.com/office/drawing/2014/main" id="{74D7D497-DB02-09C1-824E-33957D2BCD8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469881" y="4536885"/>
            <a:ext cx="1440000" cy="1440000"/>
          </a:xfrm>
          <a:prstGeom prst="rect">
            <a:avLst/>
          </a:prstGeom>
        </p:spPr>
      </p:pic>
      <p:cxnSp>
        <p:nvCxnSpPr>
          <p:cNvPr id="13" name="コネクタ: カギ線 12">
            <a:extLst>
              <a:ext uri="{FF2B5EF4-FFF2-40B4-BE49-F238E27FC236}">
                <a16:creationId xmlns:a16="http://schemas.microsoft.com/office/drawing/2014/main" id="{6CBCA35B-ABCD-BD02-C107-38A51324CDBD}"/>
              </a:ext>
            </a:extLst>
          </p:cNvPr>
          <p:cNvCxnSpPr>
            <a:cxnSpLocks/>
            <a:stCxn id="5" idx="1"/>
            <a:endCxn id="9" idx="3"/>
          </p:cNvCxnSpPr>
          <p:nvPr/>
        </p:nvCxnSpPr>
        <p:spPr>
          <a:xfrm rot="10800000">
            <a:off x="9309883" y="5256885"/>
            <a:ext cx="2159999" cy="2846198"/>
          </a:xfrm>
          <a:prstGeom prst="bentConnector3">
            <a:avLst/>
          </a:prstGeom>
          <a:ln w="76200">
            <a:solidFill>
              <a:schemeClr val="bg2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直線矢印コネクタ 13">
            <a:extLst>
              <a:ext uri="{FF2B5EF4-FFF2-40B4-BE49-F238E27FC236}">
                <a16:creationId xmlns:a16="http://schemas.microsoft.com/office/drawing/2014/main" id="{5665F72F-0E9C-93A9-29FB-1BC3EF398E73}"/>
              </a:ext>
            </a:extLst>
          </p:cNvPr>
          <p:cNvCxnSpPr>
            <a:cxnSpLocks/>
            <a:stCxn id="6" idx="1"/>
            <a:endCxn id="5" idx="3"/>
          </p:cNvCxnSpPr>
          <p:nvPr/>
        </p:nvCxnSpPr>
        <p:spPr>
          <a:xfrm flipH="1">
            <a:off x="12909881" y="8103083"/>
            <a:ext cx="1438187" cy="0"/>
          </a:xfrm>
          <a:prstGeom prst="straightConnector1">
            <a:avLst/>
          </a:prstGeom>
          <a:ln w="76200">
            <a:solidFill>
              <a:schemeClr val="bg2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コネクタ: カギ線 14">
            <a:extLst>
              <a:ext uri="{FF2B5EF4-FFF2-40B4-BE49-F238E27FC236}">
                <a16:creationId xmlns:a16="http://schemas.microsoft.com/office/drawing/2014/main" id="{C5B81EFA-4947-66CF-F891-8299F25410FA}"/>
              </a:ext>
            </a:extLst>
          </p:cNvPr>
          <p:cNvCxnSpPr>
            <a:cxnSpLocks/>
            <a:stCxn id="8" idx="1"/>
            <a:endCxn id="9" idx="3"/>
          </p:cNvCxnSpPr>
          <p:nvPr/>
        </p:nvCxnSpPr>
        <p:spPr>
          <a:xfrm rot="10800000" flipV="1">
            <a:off x="9309883" y="2410687"/>
            <a:ext cx="2159999" cy="2846198"/>
          </a:xfrm>
          <a:prstGeom prst="bentConnector3">
            <a:avLst>
              <a:gd name="adj1" fmla="val 50000"/>
            </a:avLst>
          </a:prstGeom>
          <a:ln w="76200">
            <a:solidFill>
              <a:schemeClr val="bg2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直線矢印コネクタ 15">
            <a:extLst>
              <a:ext uri="{FF2B5EF4-FFF2-40B4-BE49-F238E27FC236}">
                <a16:creationId xmlns:a16="http://schemas.microsoft.com/office/drawing/2014/main" id="{9A7801F3-E0BF-F538-5DE4-F6D6A9CBE102}"/>
              </a:ext>
            </a:extLst>
          </p:cNvPr>
          <p:cNvCxnSpPr>
            <a:cxnSpLocks/>
            <a:stCxn id="12" idx="1"/>
            <a:endCxn id="9" idx="3"/>
          </p:cNvCxnSpPr>
          <p:nvPr/>
        </p:nvCxnSpPr>
        <p:spPr>
          <a:xfrm flipH="1">
            <a:off x="9309882" y="5256885"/>
            <a:ext cx="2159999" cy="0"/>
          </a:xfrm>
          <a:prstGeom prst="straightConnector1">
            <a:avLst/>
          </a:prstGeom>
          <a:ln w="76200">
            <a:solidFill>
              <a:schemeClr val="bg2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2E87E127-501D-495F-6FC0-34B4F7E95A68}"/>
              </a:ext>
            </a:extLst>
          </p:cNvPr>
          <p:cNvSpPr txBox="1"/>
          <p:nvPr/>
        </p:nvSpPr>
        <p:spPr>
          <a:xfrm>
            <a:off x="11109881" y="3098776"/>
            <a:ext cx="2160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dirty="0"/>
              <a:t>さくらの</a:t>
            </a:r>
            <a:br>
              <a:rPr kumimoji="1" lang="en-US" altLang="ja-JP" dirty="0"/>
            </a:br>
            <a:r>
              <a:rPr kumimoji="1" lang="ja-JP" altLang="en-US" dirty="0"/>
              <a:t>レンタルサーバ</a:t>
            </a:r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08AD9044-79AA-2BF3-A59C-139D0BB2000A}"/>
              </a:ext>
            </a:extLst>
          </p:cNvPr>
          <p:cNvSpPr txBox="1"/>
          <p:nvPr/>
        </p:nvSpPr>
        <p:spPr>
          <a:xfrm>
            <a:off x="12189881" y="5996819"/>
            <a:ext cx="2160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dirty="0"/>
              <a:t>オブジェクト</a:t>
            </a:r>
            <a:br>
              <a:rPr kumimoji="1" lang="en-US" altLang="ja-JP" dirty="0"/>
            </a:br>
            <a:r>
              <a:rPr kumimoji="1" lang="ja-JP" altLang="en-US" dirty="0"/>
              <a:t>ストレージ</a:t>
            </a:r>
          </a:p>
        </p:txBody>
      </p:sp>
      <p:cxnSp>
        <p:nvCxnSpPr>
          <p:cNvPr id="19" name="直線矢印コネクタ 18">
            <a:extLst>
              <a:ext uri="{FF2B5EF4-FFF2-40B4-BE49-F238E27FC236}">
                <a16:creationId xmlns:a16="http://schemas.microsoft.com/office/drawing/2014/main" id="{BEA994B3-D82B-D8D6-55F0-9174BB4C50E6}"/>
              </a:ext>
            </a:extLst>
          </p:cNvPr>
          <p:cNvCxnSpPr>
            <a:cxnSpLocks/>
            <a:stCxn id="5" idx="0"/>
            <a:endCxn id="12" idx="2"/>
          </p:cNvCxnSpPr>
          <p:nvPr/>
        </p:nvCxnSpPr>
        <p:spPr>
          <a:xfrm flipV="1">
            <a:off x="12189881" y="5976885"/>
            <a:ext cx="0" cy="1406198"/>
          </a:xfrm>
          <a:prstGeom prst="straightConnector1">
            <a:avLst/>
          </a:prstGeom>
          <a:ln w="76200">
            <a:solidFill>
              <a:schemeClr val="bg2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F04A8B08-D24B-99DB-FEEB-E5098440177B}"/>
              </a:ext>
            </a:extLst>
          </p:cNvPr>
          <p:cNvSpPr txBox="1"/>
          <p:nvPr/>
        </p:nvSpPr>
        <p:spPr>
          <a:xfrm>
            <a:off x="10023608" y="8813752"/>
            <a:ext cx="216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dirty="0" err="1"/>
              <a:t>AppRun</a:t>
            </a:r>
            <a:r>
              <a:rPr kumimoji="1" lang="ja-JP" altLang="en-US" dirty="0"/>
              <a:t>共用型</a:t>
            </a:r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4BDE2633-1D8E-EEA2-C61D-06E780C19E46}"/>
              </a:ext>
            </a:extLst>
          </p:cNvPr>
          <p:cNvSpPr txBox="1"/>
          <p:nvPr/>
        </p:nvSpPr>
        <p:spPr>
          <a:xfrm>
            <a:off x="11109881" y="11669281"/>
            <a:ext cx="2160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dirty="0"/>
              <a:t>モニタリング</a:t>
            </a:r>
            <a:br>
              <a:rPr kumimoji="1" lang="en-US" altLang="ja-JP" dirty="0"/>
            </a:br>
            <a:r>
              <a:rPr kumimoji="1" lang="ja-JP" altLang="en-US" dirty="0"/>
              <a:t>スイート</a:t>
            </a:r>
          </a:p>
        </p:txBody>
      </p:sp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5122F321-7C0D-8ED7-4C52-DBDFCA3C5BC0}"/>
              </a:ext>
            </a:extLst>
          </p:cNvPr>
          <p:cNvSpPr txBox="1"/>
          <p:nvPr/>
        </p:nvSpPr>
        <p:spPr>
          <a:xfrm>
            <a:off x="13988068" y="11669281"/>
            <a:ext cx="2160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dirty="0"/>
              <a:t>コンテナ</a:t>
            </a:r>
            <a:br>
              <a:rPr kumimoji="1" lang="en-US" altLang="ja-JP" dirty="0"/>
            </a:br>
            <a:r>
              <a:rPr kumimoji="1" lang="ja-JP" altLang="en-US" dirty="0"/>
              <a:t>レジストリ</a:t>
            </a:r>
          </a:p>
        </p:txBody>
      </p:sp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E0FAB9D4-8F6A-64C2-8D67-9132DA54ED87}"/>
              </a:ext>
            </a:extLst>
          </p:cNvPr>
          <p:cNvSpPr txBox="1"/>
          <p:nvPr/>
        </p:nvSpPr>
        <p:spPr>
          <a:xfrm>
            <a:off x="15072529" y="8817476"/>
            <a:ext cx="216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dirty="0"/>
              <a:t>高火力 </a:t>
            </a:r>
            <a:r>
              <a:rPr kumimoji="1" lang="en-US" altLang="ja-JP" dirty="0"/>
              <a:t>DOK</a:t>
            </a:r>
            <a:endParaRPr kumimoji="1" lang="ja-JP" altLang="en-US" dirty="0"/>
          </a:p>
        </p:txBody>
      </p:sp>
      <p:cxnSp>
        <p:nvCxnSpPr>
          <p:cNvPr id="24" name="直線矢印コネクタ 23">
            <a:extLst>
              <a:ext uri="{FF2B5EF4-FFF2-40B4-BE49-F238E27FC236}">
                <a16:creationId xmlns:a16="http://schemas.microsoft.com/office/drawing/2014/main" id="{BEF72F5E-CE1A-9E0E-3601-3311B5F1A2B8}"/>
              </a:ext>
            </a:extLst>
          </p:cNvPr>
          <p:cNvCxnSpPr>
            <a:cxnSpLocks/>
            <a:stCxn id="7" idx="0"/>
            <a:endCxn id="6" idx="2"/>
          </p:cNvCxnSpPr>
          <p:nvPr/>
        </p:nvCxnSpPr>
        <p:spPr>
          <a:xfrm flipV="1">
            <a:off x="15068068" y="8823083"/>
            <a:ext cx="0" cy="1406198"/>
          </a:xfrm>
          <a:prstGeom prst="straightConnector1">
            <a:avLst/>
          </a:prstGeom>
          <a:ln w="76200">
            <a:solidFill>
              <a:schemeClr val="bg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直線矢印コネクタ 24">
            <a:extLst>
              <a:ext uri="{FF2B5EF4-FFF2-40B4-BE49-F238E27FC236}">
                <a16:creationId xmlns:a16="http://schemas.microsoft.com/office/drawing/2014/main" id="{EB44ECEB-367D-086D-8E15-97D80659D6AB}"/>
              </a:ext>
            </a:extLst>
          </p:cNvPr>
          <p:cNvCxnSpPr>
            <a:cxnSpLocks/>
            <a:stCxn id="5" idx="2"/>
            <a:endCxn id="11" idx="0"/>
          </p:cNvCxnSpPr>
          <p:nvPr/>
        </p:nvCxnSpPr>
        <p:spPr>
          <a:xfrm>
            <a:off x="12189881" y="8823083"/>
            <a:ext cx="0" cy="1406198"/>
          </a:xfrm>
          <a:prstGeom prst="straightConnector1">
            <a:avLst/>
          </a:prstGeom>
          <a:ln w="76200">
            <a:solidFill>
              <a:schemeClr val="bg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コネクタ: カギ線 26">
            <a:extLst>
              <a:ext uri="{FF2B5EF4-FFF2-40B4-BE49-F238E27FC236}">
                <a16:creationId xmlns:a16="http://schemas.microsoft.com/office/drawing/2014/main" id="{16338569-8FAB-7CA5-AE13-4256CAF8AB42}"/>
              </a:ext>
            </a:extLst>
          </p:cNvPr>
          <p:cNvCxnSpPr>
            <a:stCxn id="6" idx="0"/>
          </p:cNvCxnSpPr>
          <p:nvPr/>
        </p:nvCxnSpPr>
        <p:spPr>
          <a:xfrm rot="16200000" flipV="1">
            <a:off x="12925876" y="5240890"/>
            <a:ext cx="2126198" cy="2158187"/>
          </a:xfrm>
          <a:prstGeom prst="bentConnector2">
            <a:avLst/>
          </a:prstGeom>
          <a:ln w="76200">
            <a:solidFill>
              <a:schemeClr val="bg2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56372304"/>
      </p:ext>
    </p:extLst>
  </p:cSld>
  <p:clrMapOvr>
    <a:masterClrMapping/>
  </p:clrMapOvr>
</p:sld>
</file>

<file path=ppt/theme/theme1.xml><?xml version="1.0" encoding="utf-8"?>
<a:theme xmlns:a="http://schemas.openxmlformats.org/drawingml/2006/main" name="基本">
  <a:themeElements>
    <a:clrScheme name="SAKURA Color">
      <a:dk1>
        <a:srgbClr val="404044"/>
      </a:dk1>
      <a:lt1>
        <a:srgbClr val="FFFFFF"/>
      </a:lt1>
      <a:dk2>
        <a:srgbClr val="000000"/>
      </a:dk2>
      <a:lt2>
        <a:srgbClr val="808088"/>
      </a:lt2>
      <a:accent1>
        <a:srgbClr val="FF5577"/>
      </a:accent1>
      <a:accent2>
        <a:srgbClr val="FF8800"/>
      </a:accent2>
      <a:accent3>
        <a:srgbClr val="FFCC00"/>
      </a:accent3>
      <a:accent4>
        <a:srgbClr val="00C8C8"/>
      </a:accent4>
      <a:accent5>
        <a:srgbClr val="7799DD"/>
      </a:accent5>
      <a:accent6>
        <a:srgbClr val="0000AA"/>
      </a:accent6>
      <a:hlink>
        <a:srgbClr val="0000AA"/>
      </a:hlink>
      <a:folHlink>
        <a:srgbClr val="BBCCEE"/>
      </a:folHlink>
    </a:clrScheme>
    <a:fontScheme name="Haru TP">
      <a:majorFont>
        <a:latin typeface="Haru TP B"/>
        <a:ea typeface="Haru TP B"/>
        <a:cs typeface=""/>
      </a:majorFont>
      <a:minorFont>
        <a:latin typeface="Haru TP R"/>
        <a:ea typeface="Haru TP R"/>
        <a:cs typeface=""/>
      </a:minorFont>
    </a:fontScheme>
    <a:fmtScheme name="Office テーマ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i_pptx_sketch_template_0601" id="{6A4FCEF0-0408-405E-A883-5D3D0E2EF2E6}" vid="{B303FDB0-1878-4EE4-B59B-F6C3E1E7D1FA}"/>
    </a:ext>
  </a:extLst>
</a:theme>
</file>

<file path=ppt/theme/theme2.xml><?xml version="1.0" encoding="utf-8"?>
<a:theme xmlns:a="http://schemas.openxmlformats.org/drawingml/2006/main" name="セクショニング(SAKURA Pink)">
  <a:themeElements>
    <a:clrScheme name="SAKURA Color">
      <a:dk1>
        <a:srgbClr val="404044"/>
      </a:dk1>
      <a:lt1>
        <a:srgbClr val="FFFFFF"/>
      </a:lt1>
      <a:dk2>
        <a:srgbClr val="000000"/>
      </a:dk2>
      <a:lt2>
        <a:srgbClr val="808088"/>
      </a:lt2>
      <a:accent1>
        <a:srgbClr val="FF5577"/>
      </a:accent1>
      <a:accent2>
        <a:srgbClr val="FF8800"/>
      </a:accent2>
      <a:accent3>
        <a:srgbClr val="FFCC00"/>
      </a:accent3>
      <a:accent4>
        <a:srgbClr val="00C8C8"/>
      </a:accent4>
      <a:accent5>
        <a:srgbClr val="7799DD"/>
      </a:accent5>
      <a:accent6>
        <a:srgbClr val="0000AA"/>
      </a:accent6>
      <a:hlink>
        <a:srgbClr val="0000AA"/>
      </a:hlink>
      <a:folHlink>
        <a:srgbClr val="BBCCEE"/>
      </a:folHlink>
    </a:clrScheme>
    <a:fontScheme name="Haru TP">
      <a:majorFont>
        <a:latin typeface="Haru TP B"/>
        <a:ea typeface="Haru TP B"/>
        <a:cs typeface=""/>
      </a:majorFont>
      <a:minorFont>
        <a:latin typeface="Haru TP R"/>
        <a:ea typeface="Haru TP R"/>
        <a:cs typeface=""/>
      </a:minorFont>
    </a:fontScheme>
    <a:fmtScheme name="Office テーマ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i_pptx_sketch_template_0601" id="{6A4FCEF0-0408-405E-A883-5D3D0E2EF2E6}" vid="{13E03A7F-CE58-40DC-BD8C-2E83A42748A8}"/>
    </a:ext>
  </a:extLst>
</a:theme>
</file>

<file path=ppt/theme/theme3.xml><?xml version="1.0" encoding="utf-8"?>
<a:theme xmlns:a="http://schemas.openxmlformats.org/drawingml/2006/main" name="セクショニング(SAKURA Gray)">
  <a:themeElements>
    <a:clrScheme name="SAKURA Color">
      <a:dk1>
        <a:srgbClr val="404044"/>
      </a:dk1>
      <a:lt1>
        <a:srgbClr val="FFFFFF"/>
      </a:lt1>
      <a:dk2>
        <a:srgbClr val="000000"/>
      </a:dk2>
      <a:lt2>
        <a:srgbClr val="808088"/>
      </a:lt2>
      <a:accent1>
        <a:srgbClr val="FF5577"/>
      </a:accent1>
      <a:accent2>
        <a:srgbClr val="FF8800"/>
      </a:accent2>
      <a:accent3>
        <a:srgbClr val="FFCC00"/>
      </a:accent3>
      <a:accent4>
        <a:srgbClr val="00C8C8"/>
      </a:accent4>
      <a:accent5>
        <a:srgbClr val="7799DD"/>
      </a:accent5>
      <a:accent6>
        <a:srgbClr val="0000AA"/>
      </a:accent6>
      <a:hlink>
        <a:srgbClr val="0000AA"/>
      </a:hlink>
      <a:folHlink>
        <a:srgbClr val="BBCCEE"/>
      </a:folHlink>
    </a:clrScheme>
    <a:fontScheme name="Haru TP">
      <a:majorFont>
        <a:latin typeface="Haru TP B"/>
        <a:ea typeface="Haru TP B"/>
        <a:cs typeface=""/>
      </a:majorFont>
      <a:minorFont>
        <a:latin typeface="Haru TP R"/>
        <a:ea typeface="Haru TP R"/>
        <a:cs typeface=""/>
      </a:minorFont>
    </a:fontScheme>
    <a:fmtScheme name="Office テーマ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i_pptx_sketch_template_0601" id="{6A4FCEF0-0408-405E-A883-5D3D0E2EF2E6}" vid="{1FA81F2E-A000-432C-BF2A-52CADB5C7843}"/>
    </a:ext>
  </a:extLst>
</a:theme>
</file>

<file path=ppt/theme/theme4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Metadata/LabelInfo.xml><?xml version="1.0" encoding="utf-8"?>
<clbl:labelList xmlns:clbl="http://schemas.microsoft.com/office/2020/mipLabelMetadata">
  <clbl:label id="{2b7b586b-de2c-41a0-848b-05091d810ec2}" enabled="0" method="" siteId="{2b7b586b-de2c-41a0-848b-05091d810ec2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DesignTemplate_2020(4-3)(16-9)</Template>
  <TotalTime>3</TotalTime>
  <Words>22</Words>
  <Application>Microsoft Office PowerPoint</Application>
  <PresentationFormat>ユーザー設定</PresentationFormat>
  <Paragraphs>8</Paragraphs>
  <Slides>2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3</vt:i4>
      </vt:variant>
      <vt:variant>
        <vt:lpstr>スライド タイトル</vt:lpstr>
      </vt:variant>
      <vt:variant>
        <vt:i4>2</vt:i4>
      </vt:variant>
    </vt:vector>
  </HeadingPairs>
  <TitlesOfParts>
    <vt:vector size="10" baseType="lpstr">
      <vt:lpstr>Haru TP B</vt:lpstr>
      <vt:lpstr>Haru TP M</vt:lpstr>
      <vt:lpstr>Haru TP R</vt:lpstr>
      <vt:lpstr>游ゴシック</vt:lpstr>
      <vt:lpstr>Arial</vt:lpstr>
      <vt:lpstr>基本</vt:lpstr>
      <vt:lpstr>セクショニング(SAKURA Pink)</vt:lpstr>
      <vt:lpstr>セクショニング(SAKURA Gray)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城谷 匠</dc:creator>
  <cp:lastModifiedBy>城谷 匠</cp:lastModifiedBy>
  <cp:revision>1</cp:revision>
  <dcterms:created xsi:type="dcterms:W3CDTF">2026-06-11T15:48:59Z</dcterms:created>
  <dcterms:modified xsi:type="dcterms:W3CDTF">2026-06-12T04:27:38Z</dcterms:modified>
</cp:coreProperties>
</file>