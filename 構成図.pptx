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5" r:id="rId1"/>
    <p:sldMasterId id="2147483766" r:id="rId2"/>
    <p:sldMasterId id="2147483819" r:id="rId3"/>
  </p:sldMasterIdLst>
  <p:notesMasterIdLst>
    <p:notesMasterId r:id="rId6"/>
  </p:notesMasterIdLst>
  <p:sldIdLst>
    <p:sldId id="257" r:id="rId4"/>
    <p:sldId id="256" r:id="rId5"/>
  </p:sldIdLst>
  <p:sldSz cx="24382413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97" userDrawn="1">
          <p15:clr>
            <a:srgbClr val="A4A3A4"/>
          </p15:clr>
        </p15:guide>
        <p15:guide id="2" pos="7680" userDrawn="1">
          <p15:clr>
            <a:srgbClr val="A4A3A4"/>
          </p15:clr>
        </p15:guide>
        <p15:guide id="3" pos="717" userDrawn="1">
          <p15:clr>
            <a:srgbClr val="A4A3A4"/>
          </p15:clr>
        </p15:guide>
        <p15:guide id="4" pos="14597" userDrawn="1">
          <p15:clr>
            <a:srgbClr val="A4A3A4"/>
          </p15:clr>
        </p15:guide>
        <p15:guide id="5" orient="horz" pos="442" userDrawn="1">
          <p15:clr>
            <a:srgbClr val="A4A3A4"/>
          </p15:clr>
        </p15:guide>
        <p15:guide id="6" orient="horz" pos="8244" userDrawn="1">
          <p15:clr>
            <a:srgbClr val="A4A3A4"/>
          </p15:clr>
        </p15:guide>
        <p15:guide id="7" orient="horz" pos="963" userDrawn="1">
          <p15:clr>
            <a:srgbClr val="A4A3A4"/>
          </p15:clr>
        </p15:guide>
        <p15:guide id="8" orient="horz" pos="767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800"/>
    <a:srgbClr val="404044"/>
    <a:srgbClr val="FF5577"/>
    <a:srgbClr val="00C8C8"/>
    <a:srgbClr val="7899DF"/>
    <a:srgbClr val="7F8087"/>
    <a:srgbClr val="000000"/>
    <a:srgbClr val="0000A9"/>
    <a:srgbClr val="FFCB02"/>
    <a:srgbClr val="CCCC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D799A5-0510-49E0-A558-969352B1C8DC}" v="1" dt="2026-06-12T01:30:4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898"/>
  </p:normalViewPr>
  <p:slideViewPr>
    <p:cSldViewPr snapToGrid="0" snapToObjects="1">
      <p:cViewPr varScale="1">
        <p:scale>
          <a:sx n="81" d="100"/>
          <a:sy n="81" d="100"/>
        </p:scale>
        <p:origin x="204" y="84"/>
      </p:cViewPr>
      <p:guideLst>
        <p:guide orient="horz" pos="4297"/>
        <p:guide pos="7680"/>
        <p:guide pos="717"/>
        <p:guide pos="14597"/>
        <p:guide orient="horz" pos="442"/>
        <p:guide orient="horz" pos="8244"/>
        <p:guide orient="horz" pos="963"/>
        <p:guide orient="horz" pos="767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09" d="100"/>
          <a:sy n="109" d="100"/>
        </p:scale>
        <p:origin x="4232" y="17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2.xml"/><Relationship Id="rId10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城谷 匠" userId="afbae57c-d4ca-4e58-bc9a-6f765e208d89" providerId="ADAL" clId="{FD963559-32B2-43B7-8F97-A1E47AC731FA}"/>
    <pc:docChg chg="undo custSel modSld delMainMaster">
      <pc:chgData name="城谷 匠" userId="afbae57c-d4ca-4e58-bc9a-6f765e208d89" providerId="ADAL" clId="{FD963559-32B2-43B7-8F97-A1E47AC731FA}" dt="2026-06-12T01:30:55.667" v="10" actId="27636"/>
      <pc:docMkLst>
        <pc:docMk/>
      </pc:docMkLst>
      <pc:sldChg chg="modSp mod">
        <pc:chgData name="城谷 匠" userId="afbae57c-d4ca-4e58-bc9a-6f765e208d89" providerId="ADAL" clId="{FD963559-32B2-43B7-8F97-A1E47AC731FA}" dt="2026-06-12T01:30:55.667" v="10" actId="27636"/>
        <pc:sldMkLst>
          <pc:docMk/>
          <pc:sldMk cId="2907739921" sldId="257"/>
        </pc:sldMkLst>
        <pc:spChg chg="mod">
          <ac:chgData name="城谷 匠" userId="afbae57c-d4ca-4e58-bc9a-6f765e208d89" providerId="ADAL" clId="{FD963559-32B2-43B7-8F97-A1E47AC731FA}" dt="2026-06-12T01:30:55.667" v="10" actId="27636"/>
          <ac:spMkLst>
            <pc:docMk/>
            <pc:sldMk cId="2907739921" sldId="257"/>
            <ac:spMk id="2" creationId="{2A23A21B-CB13-AD57-6FF0-0F8D6D15B5C5}"/>
          </ac:spMkLst>
        </pc:spChg>
      </pc:sldChg>
      <pc:sldMasterChg chg="del delSldLayout">
        <pc:chgData name="城谷 匠" userId="afbae57c-d4ca-4e58-bc9a-6f765e208d89" providerId="ADAL" clId="{FD963559-32B2-43B7-8F97-A1E47AC731FA}" dt="2026-06-11T15:50:20.973" v="2"/>
        <pc:sldMasterMkLst>
          <pc:docMk/>
          <pc:sldMasterMk cId="128601625" sldId="2147483789"/>
        </pc:sldMasterMkLst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128601625" sldId="2147483789"/>
            <pc:sldLayoutMk cId="1721238252" sldId="2147483790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128601625" sldId="2147483789"/>
            <pc:sldLayoutMk cId="3523655976" sldId="2147483791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128601625" sldId="2147483789"/>
            <pc:sldLayoutMk cId="3395464340" sldId="2147483792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128601625" sldId="2147483789"/>
            <pc:sldLayoutMk cId="301721356" sldId="2147483793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128601625" sldId="2147483789"/>
            <pc:sldLayoutMk cId="683526902" sldId="2147483841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128601625" sldId="2147483789"/>
            <pc:sldLayoutMk cId="3742539404" sldId="2147483842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128601625" sldId="2147483789"/>
            <pc:sldLayoutMk cId="2182006713" sldId="2147483843"/>
          </pc:sldLayoutMkLst>
        </pc:sldLayoutChg>
      </pc:sldMasterChg>
      <pc:sldMasterChg chg="del delSldLayout">
        <pc:chgData name="城谷 匠" userId="afbae57c-d4ca-4e58-bc9a-6f765e208d89" providerId="ADAL" clId="{FD963559-32B2-43B7-8F97-A1E47AC731FA}" dt="2026-06-11T15:50:20.973" v="2"/>
        <pc:sldMasterMkLst>
          <pc:docMk/>
          <pc:sldMasterMk cId="2413593382" sldId="2147483794"/>
        </pc:sldMasterMkLst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2413593382" sldId="2147483794"/>
            <pc:sldLayoutMk cId="4277063529" sldId="2147483795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2413593382" sldId="2147483794"/>
            <pc:sldLayoutMk cId="3971744467" sldId="2147483796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2413593382" sldId="2147483794"/>
            <pc:sldLayoutMk cId="566915450" sldId="2147483797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2413593382" sldId="2147483794"/>
            <pc:sldLayoutMk cId="2842771412" sldId="2147483798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2413593382" sldId="2147483794"/>
            <pc:sldLayoutMk cId="1350028741" sldId="2147483832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2413593382" sldId="2147483794"/>
            <pc:sldLayoutMk cId="316528331" sldId="2147483833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2413593382" sldId="2147483794"/>
            <pc:sldLayoutMk cId="506680430" sldId="2147483834"/>
          </pc:sldLayoutMkLst>
        </pc:sldLayoutChg>
      </pc:sldMasterChg>
      <pc:sldMasterChg chg="del delSldLayout">
        <pc:chgData name="城谷 匠" userId="afbae57c-d4ca-4e58-bc9a-6f765e208d89" providerId="ADAL" clId="{FD963559-32B2-43B7-8F97-A1E47AC731FA}" dt="2026-06-11T15:50:20.973" v="2"/>
        <pc:sldMasterMkLst>
          <pc:docMk/>
          <pc:sldMasterMk cId="3392038706" sldId="2147483799"/>
        </pc:sldMasterMkLst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392038706" sldId="2147483799"/>
            <pc:sldLayoutMk cId="269627886" sldId="2147483800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392038706" sldId="2147483799"/>
            <pc:sldLayoutMk cId="2608010574" sldId="2147483801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392038706" sldId="2147483799"/>
            <pc:sldLayoutMk cId="3146742256" sldId="2147483802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392038706" sldId="2147483799"/>
            <pc:sldLayoutMk cId="2088456049" sldId="2147483803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392038706" sldId="2147483799"/>
            <pc:sldLayoutMk cId="4183914307" sldId="2147483838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392038706" sldId="2147483799"/>
            <pc:sldLayoutMk cId="2518797957" sldId="2147483839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392038706" sldId="2147483799"/>
            <pc:sldLayoutMk cId="3208650685" sldId="2147483840"/>
          </pc:sldLayoutMkLst>
        </pc:sldLayoutChg>
      </pc:sldMasterChg>
      <pc:sldMasterChg chg="del delSldLayout">
        <pc:chgData name="城谷 匠" userId="afbae57c-d4ca-4e58-bc9a-6f765e208d89" providerId="ADAL" clId="{FD963559-32B2-43B7-8F97-A1E47AC731FA}" dt="2026-06-11T15:50:20.973" v="2"/>
        <pc:sldMasterMkLst>
          <pc:docMk/>
          <pc:sldMasterMk cId="4237856623" sldId="2147483804"/>
        </pc:sldMasterMkLst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4237856623" sldId="2147483804"/>
            <pc:sldLayoutMk cId="524179403" sldId="2147483805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4237856623" sldId="2147483804"/>
            <pc:sldLayoutMk cId="2368200639" sldId="2147483806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4237856623" sldId="2147483804"/>
            <pc:sldLayoutMk cId="3008731706" sldId="2147483807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4237856623" sldId="2147483804"/>
            <pc:sldLayoutMk cId="3817497702" sldId="2147483808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4237856623" sldId="2147483804"/>
            <pc:sldLayoutMk cId="1400597756" sldId="2147483844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4237856623" sldId="2147483804"/>
            <pc:sldLayoutMk cId="4064353193" sldId="2147483845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4237856623" sldId="2147483804"/>
            <pc:sldLayoutMk cId="1645094157" sldId="2147483846"/>
          </pc:sldLayoutMkLst>
        </pc:sldLayoutChg>
      </pc:sldMasterChg>
      <pc:sldMasterChg chg="del delSldLayout">
        <pc:chgData name="城谷 匠" userId="afbae57c-d4ca-4e58-bc9a-6f765e208d89" providerId="ADAL" clId="{FD963559-32B2-43B7-8F97-A1E47AC731FA}" dt="2026-06-11T15:50:20.973" v="2"/>
        <pc:sldMasterMkLst>
          <pc:docMk/>
          <pc:sldMasterMk cId="3864806231" sldId="2147483809"/>
        </pc:sldMasterMkLst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864806231" sldId="2147483809"/>
            <pc:sldLayoutMk cId="3622725091" sldId="2147483810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864806231" sldId="2147483809"/>
            <pc:sldLayoutMk cId="4243680784" sldId="2147483811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864806231" sldId="2147483809"/>
            <pc:sldLayoutMk cId="2934983927" sldId="2147483812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864806231" sldId="2147483809"/>
            <pc:sldLayoutMk cId="2744233648" sldId="2147483813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864806231" sldId="2147483809"/>
            <pc:sldLayoutMk cId="3021291248" sldId="2147483835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864806231" sldId="2147483809"/>
            <pc:sldLayoutMk cId="3070782973" sldId="2147483836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864806231" sldId="2147483809"/>
            <pc:sldLayoutMk cId="2483515379" sldId="2147483837"/>
          </pc:sldLayoutMkLst>
        </pc:sldLayoutChg>
      </pc:sldMasterChg>
      <pc:sldMasterChg chg="del delSldLayout">
        <pc:chgData name="城谷 匠" userId="afbae57c-d4ca-4e58-bc9a-6f765e208d89" providerId="ADAL" clId="{FD963559-32B2-43B7-8F97-A1E47AC731FA}" dt="2026-06-11T15:50:20.973" v="2"/>
        <pc:sldMasterMkLst>
          <pc:docMk/>
          <pc:sldMasterMk cId="3647132479" sldId="2147483814"/>
        </pc:sldMasterMkLst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647132479" sldId="2147483814"/>
            <pc:sldLayoutMk cId="3307779927" sldId="2147483815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647132479" sldId="2147483814"/>
            <pc:sldLayoutMk cId="183499917" sldId="2147483816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647132479" sldId="2147483814"/>
            <pc:sldLayoutMk cId="2086437289" sldId="2147483817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647132479" sldId="2147483814"/>
            <pc:sldLayoutMk cId="115990555" sldId="2147483818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647132479" sldId="2147483814"/>
            <pc:sldLayoutMk cId="2217144526" sldId="2147483847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647132479" sldId="2147483814"/>
            <pc:sldLayoutMk cId="1018264743" sldId="2147483848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647132479" sldId="2147483814"/>
            <pc:sldLayoutMk cId="1080297994" sldId="21474838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A68C42-B005-8F46-81B0-B2663E397375}" type="datetimeFigureOut">
              <a:rPr kumimoji="1" lang="ja-JP" altLang="en-US" smtClean="0"/>
              <a:t>2026/6/12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1B1C85-7D96-A04F-A516-320C399CA4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610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1pPr>
    <a:lvl2pPr marL="914354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2pPr>
    <a:lvl3pPr marL="1828709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3pPr>
    <a:lvl4pPr marL="2743063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4pPr>
    <a:lvl5pPr marL="3657417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5pPr>
    <a:lvl6pPr marL="4571771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6pPr>
    <a:lvl7pPr marL="5486126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7pPr>
    <a:lvl8pPr marL="6400480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8pPr>
    <a:lvl9pPr marL="7314834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標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tx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B81B0DBB-64DB-49AB-A64F-CD8EDA8CFE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22919" y="11462517"/>
            <a:ext cx="4136571" cy="723900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EC7629F-38E2-4BBB-9E40-7AEF8029D47E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0AA0F90E-F4A4-5743-911E-2FD5F6BA48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 sz="4000">
                <a:solidFill>
                  <a:srgbClr val="7E7E86"/>
                </a:solidFill>
                <a:ea typeface="Haru TP R" panose="020B0500040000000000" pitchFamily="34" charset="-128"/>
              </a:rPr>
              <a:t>マスター サブタイトルの書式設定</a:t>
            </a:r>
            <a:endParaRPr lang="ja-JP" altLang="en-US" sz="4000" dirty="0">
              <a:solidFill>
                <a:srgbClr val="7E7E86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45365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4">
            <a:extLst>
              <a:ext uri="{FF2B5EF4-FFF2-40B4-BE49-F238E27FC236}">
                <a16:creationId xmlns:a16="http://schemas.microsoft.com/office/drawing/2014/main" id="{7D7754F4-074B-534F-82F6-D92F50249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9675" y="6271134"/>
            <a:ext cx="21963063" cy="5916103"/>
          </a:xfrm>
        </p:spPr>
        <p:txBody>
          <a:bodyPr>
            <a:noAutofit/>
          </a:bodyPr>
          <a:lstStyle>
            <a:lvl1pPr marL="0" indent="0">
              <a:buNone/>
              <a:defRPr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sz="7500" b="1">
                <a:solidFill>
                  <a:srgbClr val="7E7E86"/>
                </a:solidFill>
                <a:ea typeface="Haru TP B" panose="020B0500040000000000" pitchFamily="34" charset="-128"/>
              </a:rPr>
              <a:t>マスター テキストの書式設定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FBDE8028-7CDB-8140-BA74-AF2C01D7E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676" y="1528763"/>
            <a:ext cx="21963062" cy="4049077"/>
          </a:xfrm>
        </p:spPr>
        <p:txBody>
          <a:bodyPr anchor="b" anchorCtr="0">
            <a:normAutofit/>
          </a:bodyPr>
          <a:lstStyle>
            <a:lvl1pPr>
              <a:defRPr sz="120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>
                <a:solidFill>
                  <a:srgbClr val="7E7E86"/>
                </a:solidFill>
                <a:ea typeface="Haru TP R" panose="020B0500040000000000" pitchFamily="34" charset="-128"/>
              </a:rPr>
              <a:t>マスター タイトルの書式設定</a:t>
            </a:r>
            <a:endParaRPr kumimoji="1" lang="ja-JP" altLang="en-US" dirty="0">
              <a:solidFill>
                <a:srgbClr val="7E7E86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3FF499CC-70EC-BC44-A245-FD20CFD291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8DF13AF-30BD-472C-BC86-6D5A8A4E4526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0824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（小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プレースホルダー 4">
            <a:extLst>
              <a:ext uri="{FF2B5EF4-FFF2-40B4-BE49-F238E27FC236}">
                <a16:creationId xmlns:a16="http://schemas.microsoft.com/office/drawing/2014/main" id="{8AA560FC-963E-274B-8463-4497BADEB6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9675" y="5029200"/>
            <a:ext cx="21963063" cy="7158038"/>
          </a:xfrm>
        </p:spPr>
        <p:txBody>
          <a:bodyPr anchor="t" anchorCtr="0">
            <a:noAutofit/>
          </a:bodyPr>
          <a:lstStyle>
            <a:lvl1pPr marL="0" indent="0">
              <a:buNone/>
              <a:defRPr b="0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sz="6000" b="1">
                <a:solidFill>
                  <a:srgbClr val="7E7E86"/>
                </a:solidFill>
                <a:ea typeface="Haru TP B" panose="020B0500040000000000" pitchFamily="34" charset="-128"/>
              </a:rPr>
              <a:t>マスター テキストの書式設定</a:t>
            </a:r>
          </a:p>
        </p:txBody>
      </p:sp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041883F2-2986-1440-83C5-8D8FF7B192F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3F6BF6B9-6F1F-483B-B7E9-45CC79808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675" y="1385887"/>
            <a:ext cx="21955938" cy="3095625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1421F14-6942-47BE-B5D9-E7959C3AA45F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82545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73" userDrawn="1">
          <p15:clr>
            <a:srgbClr val="FBAE40"/>
          </p15:clr>
        </p15:guide>
        <p15:guide id="2" pos="2327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カラ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AD306F-D01E-484F-A01D-5BE66C3B0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50011" y="2142695"/>
            <a:ext cx="10514806" cy="1528855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7" name="グラフ プレースホルダー 6">
            <a:extLst>
              <a:ext uri="{FF2B5EF4-FFF2-40B4-BE49-F238E27FC236}">
                <a16:creationId xmlns:a16="http://schemas.microsoft.com/office/drawing/2014/main" id="{21CAC4D3-0CF3-FA43-BCCA-F6ED48EB5147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1216801" y="2160444"/>
            <a:ext cx="10514806" cy="986486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グラフを追加</a:t>
            </a:r>
            <a:endParaRPr kumimoji="1" lang="ja-JP" altLang="en-US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C09A5033-CFBE-7A43-8BD6-7B11438368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7594" y="730251"/>
            <a:ext cx="10514013" cy="960436"/>
          </a:xfrm>
        </p:spPr>
        <p:txBody>
          <a:bodyPr anchor="t">
            <a:normAutofit/>
          </a:bodyPr>
          <a:lstStyle>
            <a:lvl1pPr marL="0" indent="0">
              <a:buNone/>
              <a:defRPr sz="5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9CF415C9-4309-FE4D-9061-C60C8F3E23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50011" y="8102600"/>
            <a:ext cx="10514806" cy="3922713"/>
          </a:xfrm>
        </p:spPr>
        <p:txBody>
          <a:bodyPr>
            <a:normAutofit/>
          </a:bodyPr>
          <a:lstStyle>
            <a:lvl1pPr marL="0" indent="0">
              <a:lnSpc>
                <a:spcPct val="125000"/>
              </a:lnSpc>
              <a:buNone/>
              <a:defRPr sz="4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6C4E0AF-BC5E-6049-B88B-28322E6271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650788" y="3671888"/>
            <a:ext cx="10514012" cy="4430712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B15021-1E17-44A2-B719-4C7A06CD82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96676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 userDrawn="1">
          <p15:clr>
            <a:srgbClr val="FBAE40"/>
          </p15:clr>
        </p15:guide>
        <p15:guide id="2" pos="76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小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C09A5033-CFBE-7A43-8BD6-7B11438368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7594" y="730251"/>
            <a:ext cx="21948019" cy="960436"/>
          </a:xfrm>
        </p:spPr>
        <p:txBody>
          <a:bodyPr anchor="t">
            <a:normAutofit/>
          </a:bodyPr>
          <a:lstStyle>
            <a:lvl1pPr marL="0" indent="0">
              <a:buNone/>
              <a:defRPr sz="5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B15021-1E17-44A2-B719-4C7A06CD82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59488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背景画像（全面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図プレースホルダー 4">
            <a:extLst>
              <a:ext uri="{FF2B5EF4-FFF2-40B4-BE49-F238E27FC236}">
                <a16:creationId xmlns:a16="http://schemas.microsoft.com/office/drawing/2014/main" id="{82B3F3BA-63FF-6048-BC9B-3C1ED4BBCF5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24382412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BD8CB3D-D6A8-394B-B81F-4D8470C51F2B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r>
              <a:rPr lang="ja-JP" altLang="en-US" sz="4000">
                <a:solidFill>
                  <a:schemeClr val="bg1"/>
                </a:solidFill>
                <a:ea typeface="Haru TP R" panose="020B0500040000000000" pitchFamily="34" charset="-128"/>
              </a:rPr>
              <a:t>マスター サブタイトルの書式設定</a:t>
            </a:r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0" name="テキスト プレースホルダー 2">
            <a:extLst>
              <a:ext uri="{FF2B5EF4-FFF2-40B4-BE49-F238E27FC236}">
                <a16:creationId xmlns:a16="http://schemas.microsoft.com/office/drawing/2014/main" id="{4B17F8A1-2466-7247-A0F3-C4FA18261D7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6E7010C-EC2B-4045-A2D1-CFE557EF81AB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08343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左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325582-21CD-0A47-A61F-66C5FFC2B11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0413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AD306F-D01E-484F-A01D-5BE66C3B0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50011" y="2142695"/>
            <a:ext cx="10514806" cy="1528855"/>
          </a:xfrm>
        </p:spPr>
        <p:txBody>
          <a:bodyPr anchor="t">
            <a:normAutofit/>
          </a:bodyPr>
          <a:lstStyle>
            <a:lvl1pPr>
              <a:defRPr sz="75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9CF415C9-4309-FE4D-9061-C60C8F3E23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50011" y="8102600"/>
            <a:ext cx="10514806" cy="3922713"/>
          </a:xfrm>
        </p:spPr>
        <p:txBody>
          <a:bodyPr>
            <a:normAutofit/>
          </a:bodyPr>
          <a:lstStyle>
            <a:lvl1pPr marL="0" indent="0">
              <a:lnSpc>
                <a:spcPct val="125000"/>
              </a:lnSpc>
              <a:buNone/>
              <a:defRPr sz="4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6C4E0AF-BC5E-6049-B88B-28322E6271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650788" y="3671888"/>
            <a:ext cx="10514012" cy="4430712"/>
          </a:xfrm>
        </p:spPr>
        <p:txBody>
          <a:bodyPr>
            <a:normAutofit/>
          </a:bodyPr>
          <a:lstStyle>
            <a:lvl1pPr marL="0" indent="0">
              <a:buNone/>
              <a:defRPr sz="6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8BDED08-B1A3-42CA-8A01-157959BFE5DD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637711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325582-21CD-0A47-A61F-66C5FFC2B11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206345" y="0"/>
            <a:ext cx="15177599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3A5B875-DBDA-E34B-AD4D-5EA97065736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09675" y="4117765"/>
            <a:ext cx="21955938" cy="1528855"/>
          </a:xfrm>
        </p:spPr>
        <p:txBody>
          <a:bodyPr>
            <a:noAutofit/>
          </a:bodyPr>
          <a:lstStyle>
            <a:lvl1pPr marL="0" indent="0">
              <a:buNone/>
              <a:defRPr sz="12000"/>
            </a:lvl1pPr>
            <a:lvl5pPr marL="3657417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CD06306D-F173-EC42-991E-1131CA0C84A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209675" y="6858000"/>
            <a:ext cx="21956713" cy="5029200"/>
          </a:xfrm>
        </p:spPr>
        <p:txBody>
          <a:bodyPr>
            <a:normAutofit/>
          </a:bodyPr>
          <a:lstStyle>
            <a:lvl1pPr marL="0" indent="0">
              <a:buNone/>
              <a:defRPr sz="7500">
                <a:latin typeface="+mj-lt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AF54601-B2C2-4127-9682-5CDFC16243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12620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下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3">
            <a:extLst>
              <a:ext uri="{FF2B5EF4-FFF2-40B4-BE49-F238E27FC236}">
                <a16:creationId xmlns:a16="http://schemas.microsoft.com/office/drawing/2014/main" id="{446C969A-DE70-0744-8D0C-FA1C4F5D5F9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-1531" y="9144000"/>
            <a:ext cx="24383944" cy="4572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F7796D4B-003D-AF41-B0B5-0BFEBACADED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09675" y="684001"/>
            <a:ext cx="21955938" cy="4962620"/>
          </a:xfrm>
        </p:spPr>
        <p:txBody>
          <a:bodyPr anchor="b">
            <a:noAutofit/>
          </a:bodyPr>
          <a:lstStyle>
            <a:lvl1pPr marL="0" indent="0">
              <a:buNone/>
              <a:defRPr sz="12000"/>
            </a:lvl1pPr>
            <a:lvl5pPr marL="3657417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AC11F3BC-3B20-1849-9365-B686355C1B2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209675" y="6857999"/>
            <a:ext cx="21956713" cy="4962619"/>
          </a:xfrm>
        </p:spPr>
        <p:txBody>
          <a:bodyPr>
            <a:normAutofit/>
          </a:bodyPr>
          <a:lstStyle>
            <a:lvl1pPr marL="0" indent="0">
              <a:buNone/>
              <a:defRPr sz="7500">
                <a:latin typeface="+mj-lt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F421F29-D621-4D60-BD24-37B3512ADE62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2834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35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96242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4541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2870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3635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0067E9A2-3096-7642-8912-B0F8CBD794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72774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74502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0756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186057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37736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105808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03958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3EC25E7D-E1F0-C34E-A142-0614AA333C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01413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2297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6291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bg2"/>
                </a:solidFill>
              </a:defRPr>
            </a:lvl1pPr>
          </a:lstStyle>
          <a:p>
            <a:fld id="{18D69C22-D09C-4C49-8D1D-97250173694B}" type="datetimeFigureOut">
              <a:rPr kumimoji="1" lang="ja-JP" altLang="en-US" smtClean="0"/>
              <a:pPr/>
              <a:t>2026/6/12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6675" y="12712701"/>
            <a:ext cx="822906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bg2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6339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54" r:id="rId2"/>
    <p:sldLayoutId id="2147483757" r:id="rId3"/>
    <p:sldLayoutId id="2147483763" r:id="rId4"/>
    <p:sldLayoutId id="2147483853" r:id="rId5"/>
    <p:sldLayoutId id="2147483829" r:id="rId6"/>
    <p:sldLayoutId id="2147483825" r:id="rId7"/>
    <p:sldLayoutId id="2147483826" r:id="rId8"/>
    <p:sldLayoutId id="2147483827" r:id="rId9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B75DB7-AF87-4120-8D0B-B2D3EB88CDF5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94589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74" r:id="rId2"/>
    <p:sldLayoutId id="2147483777" r:id="rId3"/>
    <p:sldLayoutId id="2147483828" r:id="rId4"/>
    <p:sldLayoutId id="2147483830" r:id="rId5"/>
    <p:sldLayoutId id="2147483788" r:id="rId6"/>
    <p:sldLayoutId id="2147483831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C0E76B-A019-4312-80F2-2D372D6D1CA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54938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0" r:id="rId1"/>
    <p:sldLayoutId id="2147483821" r:id="rId2"/>
    <p:sldLayoutId id="2147483822" r:id="rId3"/>
    <p:sldLayoutId id="2147483850" r:id="rId4"/>
    <p:sldLayoutId id="2147483851" r:id="rId5"/>
    <p:sldLayoutId id="2147483823" r:id="rId6"/>
    <p:sldLayoutId id="2147483852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23A21B-CB13-AD57-6FF0-0F8D6D15B5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ja-JP" altLang="ja-JP" b="1" dirty="0"/>
              <a:t>画像管理支援システム</a:t>
            </a:r>
          </a:p>
        </p:txBody>
      </p:sp>
    </p:spTree>
    <p:extLst>
      <p:ext uri="{BB962C8B-B14F-4D97-AF65-F5344CB8AC3E}">
        <p14:creationId xmlns:p14="http://schemas.microsoft.com/office/powerpoint/2010/main" val="2907739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98A1C5E-3717-0515-DF07-D7EC07E36EF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ja-JP" altLang="en-US" dirty="0"/>
              <a:t>構成図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DDF8FB-FAD8-84C9-00FA-810DF8FB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endParaRPr kumimoji="1" lang="ja-JP" altLang="en-US"/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3CEA54AF-43E2-1E67-66B7-8BD31C730347}"/>
              </a:ext>
            </a:extLst>
          </p:cNvPr>
          <p:cNvGrpSpPr/>
          <p:nvPr/>
        </p:nvGrpSpPr>
        <p:grpSpPr>
          <a:xfrm>
            <a:off x="7149882" y="1690687"/>
            <a:ext cx="10082647" cy="10624925"/>
            <a:chOff x="3553020" y="2722504"/>
            <a:chExt cx="10082647" cy="10624925"/>
          </a:xfrm>
        </p:grpSpPr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B3880868-382E-4AC9-32F7-F28691D35B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873019" y="8414900"/>
              <a:ext cx="1440000" cy="1440000"/>
            </a:xfrm>
            <a:prstGeom prst="rect">
              <a:avLst/>
            </a:prstGeom>
          </p:spPr>
        </p:pic>
        <p:pic>
          <p:nvPicPr>
            <p:cNvPr id="6" name="グラフィックス 5">
              <a:extLst>
                <a:ext uri="{FF2B5EF4-FFF2-40B4-BE49-F238E27FC236}">
                  <a16:creationId xmlns:a16="http://schemas.microsoft.com/office/drawing/2014/main" id="{97A09EAD-F0F0-5E7F-5DF7-7BA0A63C65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751206" y="8414900"/>
              <a:ext cx="1440000" cy="1440000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7DC96729-01FD-BCD1-73B7-1C1CC2007A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751206" y="11261098"/>
              <a:ext cx="1440000" cy="1440000"/>
            </a:xfrm>
            <a:prstGeom prst="rect">
              <a:avLst/>
            </a:prstGeom>
          </p:spPr>
        </p:pic>
        <p:pic>
          <p:nvPicPr>
            <p:cNvPr id="8" name="グラフィックス 7">
              <a:extLst>
                <a:ext uri="{FF2B5EF4-FFF2-40B4-BE49-F238E27FC236}">
                  <a16:creationId xmlns:a16="http://schemas.microsoft.com/office/drawing/2014/main" id="{E522FE0C-DF3D-F075-D0D5-84352E243F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873019" y="2722504"/>
              <a:ext cx="1440000" cy="1440000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A940BD57-6C7C-5A30-87EB-EE85A1DBB8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53020" y="5208702"/>
              <a:ext cx="2160000" cy="2160000"/>
            </a:xfrm>
            <a:prstGeom prst="rect">
              <a:avLst/>
            </a:prstGeom>
          </p:spPr>
        </p:pic>
        <p:cxnSp>
          <p:nvCxnSpPr>
            <p:cNvPr id="10" name="コネクタ: カギ線 9">
              <a:extLst>
                <a:ext uri="{FF2B5EF4-FFF2-40B4-BE49-F238E27FC236}">
                  <a16:creationId xmlns:a16="http://schemas.microsoft.com/office/drawing/2014/main" id="{51A3008E-6A9F-5086-F63A-863795834288}"/>
                </a:ext>
              </a:extLst>
            </p:cNvPr>
            <p:cNvCxnSpPr>
              <a:cxnSpLocks/>
              <a:stCxn id="7" idx="1"/>
              <a:endCxn id="5" idx="3"/>
            </p:cNvCxnSpPr>
            <p:nvPr/>
          </p:nvCxnSpPr>
          <p:spPr>
            <a:xfrm rot="10800000">
              <a:off x="9313020" y="9134900"/>
              <a:ext cx="1438187" cy="2846198"/>
            </a:xfrm>
            <a:prstGeom prst="bentConnector3">
              <a:avLst/>
            </a:prstGeom>
            <a:ln w="76200">
              <a:solidFill>
                <a:schemeClr val="bg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" name="グラフィックス 10">
              <a:extLst>
                <a:ext uri="{FF2B5EF4-FFF2-40B4-BE49-F238E27FC236}">
                  <a16:creationId xmlns:a16="http://schemas.microsoft.com/office/drawing/2014/main" id="{1C49E6CD-EF0B-AC43-5FA8-4EDA20221E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873019" y="11261098"/>
              <a:ext cx="1440000" cy="1440000"/>
            </a:xfrm>
            <a:prstGeom prst="rect">
              <a:avLst/>
            </a:prstGeom>
          </p:spPr>
        </p:pic>
        <p:pic>
          <p:nvPicPr>
            <p:cNvPr id="12" name="グラフィックス 11">
              <a:extLst>
                <a:ext uri="{FF2B5EF4-FFF2-40B4-BE49-F238E27FC236}">
                  <a16:creationId xmlns:a16="http://schemas.microsoft.com/office/drawing/2014/main" id="{74D7D497-DB02-09C1-824E-33957D2BCD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73019" y="5568702"/>
              <a:ext cx="1440000" cy="1440000"/>
            </a:xfrm>
            <a:prstGeom prst="rect">
              <a:avLst/>
            </a:prstGeom>
          </p:spPr>
        </p:pic>
        <p:cxnSp>
          <p:nvCxnSpPr>
            <p:cNvPr id="13" name="コネクタ: カギ線 12">
              <a:extLst>
                <a:ext uri="{FF2B5EF4-FFF2-40B4-BE49-F238E27FC236}">
                  <a16:creationId xmlns:a16="http://schemas.microsoft.com/office/drawing/2014/main" id="{6CBCA35B-ABCD-BD02-C107-38A51324CDBD}"/>
                </a:ext>
              </a:extLst>
            </p:cNvPr>
            <p:cNvCxnSpPr>
              <a:cxnSpLocks/>
              <a:stCxn id="5" idx="1"/>
              <a:endCxn id="9" idx="3"/>
            </p:cNvCxnSpPr>
            <p:nvPr/>
          </p:nvCxnSpPr>
          <p:spPr>
            <a:xfrm rot="10800000">
              <a:off x="5713021" y="6288702"/>
              <a:ext cx="2159999" cy="2846198"/>
            </a:xfrm>
            <a:prstGeom prst="bentConnector3">
              <a:avLst/>
            </a:prstGeom>
            <a:ln w="76200">
              <a:solidFill>
                <a:schemeClr val="bg2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5665F72F-0E9C-93A9-29FB-1BC3EF398E73}"/>
                </a:ext>
              </a:extLst>
            </p:cNvPr>
            <p:cNvCxnSpPr>
              <a:cxnSpLocks/>
              <a:stCxn id="6" idx="1"/>
              <a:endCxn id="5" idx="3"/>
            </p:cNvCxnSpPr>
            <p:nvPr/>
          </p:nvCxnSpPr>
          <p:spPr>
            <a:xfrm flipH="1">
              <a:off x="9313019" y="9134900"/>
              <a:ext cx="1438187" cy="0"/>
            </a:xfrm>
            <a:prstGeom prst="straightConnector1">
              <a:avLst/>
            </a:prstGeom>
            <a:ln w="76200">
              <a:solidFill>
                <a:schemeClr val="bg2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コネクタ: カギ線 14">
              <a:extLst>
                <a:ext uri="{FF2B5EF4-FFF2-40B4-BE49-F238E27FC236}">
                  <a16:creationId xmlns:a16="http://schemas.microsoft.com/office/drawing/2014/main" id="{C5B81EFA-4947-66CF-F891-8299F25410FA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rot="10800000" flipV="1">
              <a:off x="5713021" y="3442504"/>
              <a:ext cx="2159999" cy="2846198"/>
            </a:xfrm>
            <a:prstGeom prst="bentConnector3">
              <a:avLst>
                <a:gd name="adj1" fmla="val 50000"/>
              </a:avLst>
            </a:prstGeom>
            <a:ln w="76200">
              <a:solidFill>
                <a:schemeClr val="bg2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9A7801F3-E0BF-F538-5DE4-F6D6A9CBE102}"/>
                </a:ext>
              </a:extLst>
            </p:cNvPr>
            <p:cNvCxnSpPr>
              <a:cxnSpLocks/>
              <a:stCxn id="12" idx="1"/>
              <a:endCxn id="9" idx="3"/>
            </p:cNvCxnSpPr>
            <p:nvPr/>
          </p:nvCxnSpPr>
          <p:spPr>
            <a:xfrm flipH="1">
              <a:off x="5713020" y="6288702"/>
              <a:ext cx="2159999" cy="0"/>
            </a:xfrm>
            <a:prstGeom prst="straightConnector1">
              <a:avLst/>
            </a:prstGeom>
            <a:ln w="76200">
              <a:solidFill>
                <a:schemeClr val="bg2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2E87E127-501D-495F-6FC0-34B4F7E95A68}"/>
                </a:ext>
              </a:extLst>
            </p:cNvPr>
            <p:cNvSpPr txBox="1"/>
            <p:nvPr/>
          </p:nvSpPr>
          <p:spPr>
            <a:xfrm>
              <a:off x="7513019" y="4130593"/>
              <a:ext cx="2160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/>
                <a:t>さくらの</a:t>
              </a:r>
              <a:br>
                <a:rPr kumimoji="1" lang="en-US" altLang="ja-JP" dirty="0"/>
              </a:br>
              <a:r>
                <a:rPr kumimoji="1" lang="ja-JP" altLang="en-US" dirty="0"/>
                <a:t>レンタルサーバ</a:t>
              </a: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08AD9044-79AA-2BF3-A59C-139D0BB2000A}"/>
                </a:ext>
              </a:extLst>
            </p:cNvPr>
            <p:cNvSpPr txBox="1"/>
            <p:nvPr/>
          </p:nvSpPr>
          <p:spPr>
            <a:xfrm>
              <a:off x="8593019" y="7028636"/>
              <a:ext cx="2160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/>
                <a:t>オブジェクト</a:t>
              </a:r>
              <a:br>
                <a:rPr kumimoji="1" lang="en-US" altLang="ja-JP" dirty="0"/>
              </a:br>
              <a:r>
                <a:rPr kumimoji="1" lang="ja-JP" altLang="en-US" dirty="0"/>
                <a:t>ストレージ</a:t>
              </a:r>
            </a:p>
          </p:txBody>
        </p: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BEA994B3-D82B-D8D6-55F0-9174BB4C50E6}"/>
                </a:ext>
              </a:extLst>
            </p:cNvPr>
            <p:cNvCxnSpPr>
              <a:cxnSpLocks/>
              <a:stCxn id="5" idx="0"/>
              <a:endCxn id="12" idx="2"/>
            </p:cNvCxnSpPr>
            <p:nvPr/>
          </p:nvCxnSpPr>
          <p:spPr>
            <a:xfrm flipV="1">
              <a:off x="8593019" y="7008702"/>
              <a:ext cx="0" cy="1406198"/>
            </a:xfrm>
            <a:prstGeom prst="straightConnector1">
              <a:avLst/>
            </a:prstGeom>
            <a:ln w="76200">
              <a:solidFill>
                <a:schemeClr val="bg2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F04A8B08-D24B-99DB-FEEB-E5098440177B}"/>
                </a:ext>
              </a:extLst>
            </p:cNvPr>
            <p:cNvSpPr txBox="1"/>
            <p:nvPr/>
          </p:nvSpPr>
          <p:spPr>
            <a:xfrm>
              <a:off x="6426746" y="9845569"/>
              <a:ext cx="2160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err="1"/>
                <a:t>AppRun</a:t>
              </a:r>
              <a:r>
                <a:rPr kumimoji="1" lang="ja-JP" altLang="en-US" dirty="0"/>
                <a:t>共用型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4BDE2633-1D8E-EEA2-C61D-06E780C19E46}"/>
                </a:ext>
              </a:extLst>
            </p:cNvPr>
            <p:cNvSpPr txBox="1"/>
            <p:nvPr/>
          </p:nvSpPr>
          <p:spPr>
            <a:xfrm>
              <a:off x="7513019" y="12701098"/>
              <a:ext cx="2160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/>
                <a:t>モニタリング</a:t>
              </a:r>
              <a:br>
                <a:rPr kumimoji="1" lang="en-US" altLang="ja-JP" dirty="0"/>
              </a:br>
              <a:r>
                <a:rPr kumimoji="1" lang="ja-JP" altLang="en-US" dirty="0"/>
                <a:t>スイート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5122F321-7C0D-8ED7-4C52-DBDFCA3C5BC0}"/>
                </a:ext>
              </a:extLst>
            </p:cNvPr>
            <p:cNvSpPr txBox="1"/>
            <p:nvPr/>
          </p:nvSpPr>
          <p:spPr>
            <a:xfrm>
              <a:off x="10391206" y="12701098"/>
              <a:ext cx="2160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/>
                <a:t>コンテナ</a:t>
              </a:r>
              <a:br>
                <a:rPr kumimoji="1" lang="en-US" altLang="ja-JP" dirty="0"/>
              </a:br>
              <a:r>
                <a:rPr kumimoji="1" lang="ja-JP" altLang="en-US" dirty="0"/>
                <a:t>レジストリ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E0FAB9D4-8F6A-64C2-8D67-9132DA54ED87}"/>
                </a:ext>
              </a:extLst>
            </p:cNvPr>
            <p:cNvSpPr txBox="1"/>
            <p:nvPr/>
          </p:nvSpPr>
          <p:spPr>
            <a:xfrm>
              <a:off x="11475667" y="9849293"/>
              <a:ext cx="2160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/>
                <a:t>高火力 </a:t>
              </a:r>
              <a:r>
                <a:rPr kumimoji="1" lang="en-US" altLang="ja-JP" dirty="0"/>
                <a:t>DOK</a:t>
              </a:r>
              <a:endParaRPr kumimoji="1" lang="ja-JP" altLang="en-US" dirty="0"/>
            </a:p>
          </p:txBody>
        </p:sp>
        <p:cxnSp>
          <p:nvCxnSpPr>
            <p:cNvPr id="24" name="直線矢印コネクタ 23">
              <a:extLst>
                <a:ext uri="{FF2B5EF4-FFF2-40B4-BE49-F238E27FC236}">
                  <a16:creationId xmlns:a16="http://schemas.microsoft.com/office/drawing/2014/main" id="{BEF72F5E-CE1A-9E0E-3601-3311B5F1A2B8}"/>
                </a:ext>
              </a:extLst>
            </p:cNvPr>
            <p:cNvCxnSpPr>
              <a:cxnSpLocks/>
              <a:stCxn id="7" idx="0"/>
              <a:endCxn id="6" idx="2"/>
            </p:cNvCxnSpPr>
            <p:nvPr/>
          </p:nvCxnSpPr>
          <p:spPr>
            <a:xfrm flipV="1">
              <a:off x="11471206" y="9854900"/>
              <a:ext cx="0" cy="1406198"/>
            </a:xfrm>
            <a:prstGeom prst="straightConnector1">
              <a:avLst/>
            </a:prstGeom>
            <a:ln w="76200">
              <a:solidFill>
                <a:schemeClr val="bg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EB44ECEB-367D-086D-8E15-97D80659D6AB}"/>
                </a:ext>
              </a:extLst>
            </p:cNvPr>
            <p:cNvCxnSpPr>
              <a:cxnSpLocks/>
              <a:stCxn id="5" idx="2"/>
              <a:endCxn id="11" idx="0"/>
            </p:cNvCxnSpPr>
            <p:nvPr/>
          </p:nvCxnSpPr>
          <p:spPr>
            <a:xfrm>
              <a:off x="8593019" y="9854900"/>
              <a:ext cx="0" cy="1406198"/>
            </a:xfrm>
            <a:prstGeom prst="straightConnector1">
              <a:avLst/>
            </a:prstGeom>
            <a:ln w="76200">
              <a:solidFill>
                <a:schemeClr val="bg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6372304"/>
      </p:ext>
    </p:extLst>
  </p:cSld>
  <p:clrMapOvr>
    <a:masterClrMapping/>
  </p:clrMapOvr>
</p:sld>
</file>

<file path=ppt/theme/theme1.xml><?xml version="1.0" encoding="utf-8"?>
<a:theme xmlns:a="http://schemas.openxmlformats.org/drawingml/2006/main" name="基本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B303FDB0-1878-4EE4-B59B-F6C3E1E7D1FA}"/>
    </a:ext>
  </a:extLst>
</a:theme>
</file>

<file path=ppt/theme/theme2.xml><?xml version="1.0" encoding="utf-8"?>
<a:theme xmlns:a="http://schemas.openxmlformats.org/drawingml/2006/main" name="セクショニング(SAKURA Pink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13E03A7F-CE58-40DC-BD8C-2E83A42748A8}"/>
    </a:ext>
  </a:extLst>
</a:theme>
</file>

<file path=ppt/theme/theme3.xml><?xml version="1.0" encoding="utf-8"?>
<a:theme xmlns:a="http://schemas.openxmlformats.org/drawingml/2006/main" name="セクショニング(SAKURA Gray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1FA81F2E-A000-432C-BF2A-52CADB5C7843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b7b586b-de2c-41a0-848b-05091d810ec2}" enabled="0" method="" siteId="{2b7b586b-de2c-41a0-848b-05091d810ec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DesignTemplate_2020(4-3)(16-9)</Template>
  <TotalTime>1</TotalTime>
  <Words>22</Words>
  <Application>Microsoft Office PowerPoint</Application>
  <PresentationFormat>ユーザー設定</PresentationFormat>
  <Paragraphs>8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3</vt:i4>
      </vt:variant>
      <vt:variant>
        <vt:lpstr>スライド タイトル</vt:lpstr>
      </vt:variant>
      <vt:variant>
        <vt:i4>2</vt:i4>
      </vt:variant>
    </vt:vector>
  </HeadingPairs>
  <TitlesOfParts>
    <vt:vector size="10" baseType="lpstr">
      <vt:lpstr>Haru TP B</vt:lpstr>
      <vt:lpstr>Haru TP M</vt:lpstr>
      <vt:lpstr>Haru TP R</vt:lpstr>
      <vt:lpstr>游ゴシック</vt:lpstr>
      <vt:lpstr>Arial</vt:lpstr>
      <vt:lpstr>基本</vt:lpstr>
      <vt:lpstr>セクショニング(SAKURA Pink)</vt:lpstr>
      <vt:lpstr>セクショニング(SAKURA Gray)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城谷 匠</dc:creator>
  <cp:lastModifiedBy>城谷 匠</cp:lastModifiedBy>
  <cp:revision>1</cp:revision>
  <dcterms:created xsi:type="dcterms:W3CDTF">2026-06-11T15:48:59Z</dcterms:created>
  <dcterms:modified xsi:type="dcterms:W3CDTF">2026-06-12T01:30:57Z</dcterms:modified>
</cp:coreProperties>
</file>